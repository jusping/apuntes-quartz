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8"/>
  </p:notesMasterIdLst>
  <p:sldIdLst>
    <p:sldId id="271" r:id="rId2"/>
    <p:sldId id="256" r:id="rId3"/>
    <p:sldId id="317" r:id="rId4"/>
    <p:sldId id="342" r:id="rId5"/>
    <p:sldId id="282" r:id="rId6"/>
    <p:sldId id="283" r:id="rId7"/>
    <p:sldId id="284" r:id="rId8"/>
    <p:sldId id="345" r:id="rId9"/>
    <p:sldId id="285" r:id="rId10"/>
    <p:sldId id="334" r:id="rId11"/>
    <p:sldId id="286" r:id="rId12"/>
    <p:sldId id="335" r:id="rId13"/>
    <p:sldId id="336" r:id="rId14"/>
    <p:sldId id="337" r:id="rId15"/>
    <p:sldId id="338" r:id="rId16"/>
    <p:sldId id="344" r:id="rId17"/>
    <p:sldId id="343" r:id="rId18"/>
    <p:sldId id="339" r:id="rId19"/>
    <p:sldId id="340" r:id="rId20"/>
    <p:sldId id="341" r:id="rId21"/>
    <p:sldId id="287" r:id="rId22"/>
    <p:sldId id="292" r:id="rId23"/>
    <p:sldId id="293" r:id="rId24"/>
    <p:sldId id="294" r:id="rId25"/>
    <p:sldId id="295" r:id="rId26"/>
    <p:sldId id="290"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667"/>
    <p:restoredTop sz="82401"/>
  </p:normalViewPr>
  <p:slideViewPr>
    <p:cSldViewPr snapToGrid="0">
      <p:cViewPr varScale="1">
        <p:scale>
          <a:sx n="62" d="100"/>
          <a:sy n="62" d="100"/>
        </p:scale>
        <p:origin x="208" y="9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_tradn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A66739-67F0-BE42-AEA3-A4115B8E0ACC}" type="datetimeFigureOut">
              <a:rPr lang="es-ES_tradnl" smtClean="0"/>
              <a:t>17/9/26</a:t>
            </a:fld>
            <a:endParaRPr lang="es-ES_tradn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_tradn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_tradn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A8E3A6-B2E7-0446-8429-97DFA8EFC0FB}" type="slidenum">
              <a:rPr lang="es-ES_tradnl" smtClean="0"/>
              <a:t>‹Nº›</a:t>
            </a:fld>
            <a:endParaRPr lang="es-ES_tradnl"/>
          </a:p>
        </p:txBody>
      </p:sp>
    </p:spTree>
    <p:extLst>
      <p:ext uri="{BB962C8B-B14F-4D97-AF65-F5344CB8AC3E}">
        <p14:creationId xmlns:p14="http://schemas.microsoft.com/office/powerpoint/2010/main" val="32749817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BF53FA97-B145-1B5C-D159-53A2CA46216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ea typeface="ＭＳ Ｐゴシック" panose="020B0600070205080204" pitchFamily="34" charset="-128"/>
              </a:defRPr>
            </a:lvl1pPr>
            <a:lvl2pPr marL="742950" indent="-285750">
              <a:defRPr>
                <a:solidFill>
                  <a:schemeClr val="tx1"/>
                </a:solidFill>
                <a:latin typeface="Tahoma" panose="020B0604030504040204" pitchFamily="34" charset="0"/>
                <a:ea typeface="ＭＳ Ｐゴシック" panose="020B0600070205080204" pitchFamily="34" charset="-128"/>
              </a:defRPr>
            </a:lvl2pPr>
            <a:lvl3pPr marL="1143000" indent="-228600">
              <a:defRPr>
                <a:solidFill>
                  <a:schemeClr val="tx1"/>
                </a:solidFill>
                <a:latin typeface="Tahoma" panose="020B0604030504040204" pitchFamily="34" charset="0"/>
                <a:ea typeface="ＭＳ Ｐゴシック" panose="020B0600070205080204" pitchFamily="34" charset="-128"/>
              </a:defRPr>
            </a:lvl3pPr>
            <a:lvl4pPr marL="1600200" indent="-228600">
              <a:defRPr>
                <a:solidFill>
                  <a:schemeClr val="tx1"/>
                </a:solidFill>
                <a:latin typeface="Tahoma" panose="020B0604030504040204" pitchFamily="34" charset="0"/>
                <a:ea typeface="ＭＳ Ｐゴシック" panose="020B0600070205080204" pitchFamily="34" charset="-128"/>
              </a:defRPr>
            </a:lvl4pPr>
            <a:lvl5pPr marL="2057400" indent="-228600">
              <a:defRPr>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ahoma" panose="020B0604030504040204" pitchFamily="34" charset="0"/>
                <a:ea typeface="ＭＳ Ｐゴシック" panose="020B0600070205080204" pitchFamily="34" charset="-128"/>
              </a:defRPr>
            </a:lvl9pPr>
          </a:lstStyle>
          <a:p>
            <a:fld id="{8B804BA0-FCAC-6048-966E-C817CCA5DEAC}" type="slidenum">
              <a:rPr lang="es-ES" altLang="es-ES" smtClean="0">
                <a:latin typeface="Arial" panose="020B0604020202020204" pitchFamily="34" charset="0"/>
              </a:rPr>
              <a:pPr/>
              <a:t>2</a:t>
            </a:fld>
            <a:endParaRPr lang="es-ES" altLang="es-ES">
              <a:latin typeface="Arial" panose="020B0604020202020204" pitchFamily="34" charset="0"/>
            </a:endParaRPr>
          </a:p>
        </p:txBody>
      </p:sp>
      <p:sp>
        <p:nvSpPr>
          <p:cNvPr id="16386" name="Rectangle 2">
            <a:extLst>
              <a:ext uri="{FF2B5EF4-FFF2-40B4-BE49-F238E27FC236}">
                <a16:creationId xmlns:a16="http://schemas.microsoft.com/office/drawing/2014/main" id="{0FB1A580-077D-98BE-EF4C-B3500B501E1A}"/>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3C2DD41F-3B45-9C13-F447-7574B10D654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E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Marcador de imagen de diapositiva 1">
            <a:extLst>
              <a:ext uri="{FF2B5EF4-FFF2-40B4-BE49-F238E27FC236}">
                <a16:creationId xmlns:a16="http://schemas.microsoft.com/office/drawing/2014/main" id="{CF87640C-228C-E82D-971B-E447CF750BCB}"/>
              </a:ext>
            </a:extLst>
          </p:cNvPr>
          <p:cNvSpPr>
            <a:spLocks noGrp="1" noRot="1" noChangeAspect="1" noChangeArrowheads="1" noTextEdit="1"/>
          </p:cNvSpPr>
          <p:nvPr>
            <p:ph type="sldImg"/>
          </p:nvPr>
        </p:nvSpPr>
        <p:spPr>
          <a:ln/>
        </p:spPr>
      </p:sp>
      <p:sp>
        <p:nvSpPr>
          <p:cNvPr id="21506" name="Marcador de notas 2">
            <a:extLst>
              <a:ext uri="{FF2B5EF4-FFF2-40B4-BE49-F238E27FC236}">
                <a16:creationId xmlns:a16="http://schemas.microsoft.com/office/drawing/2014/main" id="{00348895-3DB6-4B25-511D-E71EB7DEB2E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ES" altLang="es-ES" dirty="0">
              <a:latin typeface="Arial" panose="020B0604020202020204" pitchFamily="34" charset="0"/>
              <a:ea typeface="ＭＳ Ｐゴシック" panose="020B0600070205080204" pitchFamily="34" charset="-128"/>
              <a:cs typeface="Arial" panose="020B0604020202020204" pitchFamily="34" charset="0"/>
            </a:endParaRPr>
          </a:p>
        </p:txBody>
      </p:sp>
      <p:sp>
        <p:nvSpPr>
          <p:cNvPr id="21507" name="Marcador de número de diapositiva 3">
            <a:extLst>
              <a:ext uri="{FF2B5EF4-FFF2-40B4-BE49-F238E27FC236}">
                <a16:creationId xmlns:a16="http://schemas.microsoft.com/office/drawing/2014/main" id="{9DAFA310-5804-1EB1-86AA-EC9AC7269DA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ea typeface="ＭＳ Ｐゴシック" panose="020B0600070205080204" pitchFamily="34" charset="-128"/>
              </a:defRPr>
            </a:lvl1pPr>
            <a:lvl2pPr marL="742950" indent="-285750">
              <a:defRPr>
                <a:solidFill>
                  <a:schemeClr val="tx1"/>
                </a:solidFill>
                <a:latin typeface="Tahoma" panose="020B0604030504040204" pitchFamily="34" charset="0"/>
                <a:ea typeface="ＭＳ Ｐゴシック" panose="020B0600070205080204" pitchFamily="34" charset="-128"/>
              </a:defRPr>
            </a:lvl2pPr>
            <a:lvl3pPr marL="1143000" indent="-228600">
              <a:defRPr>
                <a:solidFill>
                  <a:schemeClr val="tx1"/>
                </a:solidFill>
                <a:latin typeface="Tahoma" panose="020B0604030504040204" pitchFamily="34" charset="0"/>
                <a:ea typeface="ＭＳ Ｐゴシック" panose="020B0600070205080204" pitchFamily="34" charset="-128"/>
              </a:defRPr>
            </a:lvl3pPr>
            <a:lvl4pPr marL="1600200" indent="-228600">
              <a:defRPr>
                <a:solidFill>
                  <a:schemeClr val="tx1"/>
                </a:solidFill>
                <a:latin typeface="Tahoma" panose="020B0604030504040204" pitchFamily="34" charset="0"/>
                <a:ea typeface="ＭＳ Ｐゴシック" panose="020B0600070205080204" pitchFamily="34" charset="-128"/>
              </a:defRPr>
            </a:lvl4pPr>
            <a:lvl5pPr marL="2057400" indent="-228600">
              <a:defRPr>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ahoma" panose="020B0604030504040204" pitchFamily="34" charset="0"/>
                <a:ea typeface="ＭＳ Ｐゴシック" panose="020B0600070205080204" pitchFamily="34" charset="-128"/>
              </a:defRPr>
            </a:lvl9pPr>
          </a:lstStyle>
          <a:p>
            <a:fld id="{425B1F17-CF6C-E842-8CE1-E2FAD5646786}" type="slidenum">
              <a:rPr lang="es-ES" altLang="es-ES" smtClean="0">
                <a:latin typeface="Arial" panose="020B0604020202020204" pitchFamily="34" charset="0"/>
              </a:rPr>
              <a:pPr/>
              <a:t>4</a:t>
            </a:fld>
            <a:endParaRPr lang="es-ES" altLang="es-E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Marcador de imagen de diapositiva 1">
            <a:extLst>
              <a:ext uri="{FF2B5EF4-FFF2-40B4-BE49-F238E27FC236}">
                <a16:creationId xmlns:a16="http://schemas.microsoft.com/office/drawing/2014/main" id="{25B6E1F5-728A-45A5-74D9-8FD4D936D9C3}"/>
              </a:ext>
            </a:extLst>
          </p:cNvPr>
          <p:cNvSpPr>
            <a:spLocks noGrp="1" noRot="1" noChangeAspect="1" noChangeArrowheads="1" noTextEdit="1"/>
          </p:cNvSpPr>
          <p:nvPr>
            <p:ph type="sldImg"/>
          </p:nvPr>
        </p:nvSpPr>
        <p:spPr>
          <a:ln/>
        </p:spPr>
      </p:sp>
      <p:sp>
        <p:nvSpPr>
          <p:cNvPr id="3" name="Marcador de notas 2">
            <a:extLst>
              <a:ext uri="{FF2B5EF4-FFF2-40B4-BE49-F238E27FC236}">
                <a16:creationId xmlns:a16="http://schemas.microsoft.com/office/drawing/2014/main" id="{7D94D1A2-79FA-3412-4DDA-50022560A424}"/>
              </a:ext>
            </a:extLst>
          </p:cNvPr>
          <p:cNvSpPr>
            <a:spLocks noGrp="1"/>
          </p:cNvSpPr>
          <p:nvPr>
            <p:ph type="body" idx="1"/>
          </p:nvPr>
        </p:nvSpPr>
        <p:spPr/>
        <p:txBody>
          <a:bodyPr/>
          <a:lstStyle/>
          <a:p>
            <a:pPr>
              <a:defRPr/>
            </a:pPr>
            <a:endParaRPr lang="es-ES" dirty="0"/>
          </a:p>
        </p:txBody>
      </p:sp>
      <p:sp>
        <p:nvSpPr>
          <p:cNvPr id="24579" name="Marcador de número de diapositiva 3">
            <a:extLst>
              <a:ext uri="{FF2B5EF4-FFF2-40B4-BE49-F238E27FC236}">
                <a16:creationId xmlns:a16="http://schemas.microsoft.com/office/drawing/2014/main" id="{EB5F4676-2D1D-BEFE-E73D-55149F4A1BDC}"/>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ea typeface="ＭＳ Ｐゴシック" panose="020B0600070205080204" pitchFamily="34" charset="-128"/>
              </a:defRPr>
            </a:lvl1pPr>
            <a:lvl2pPr marL="742950" indent="-285750">
              <a:defRPr>
                <a:solidFill>
                  <a:schemeClr val="tx1"/>
                </a:solidFill>
                <a:latin typeface="Tahoma" panose="020B0604030504040204" pitchFamily="34" charset="0"/>
                <a:ea typeface="ＭＳ Ｐゴシック" panose="020B0600070205080204" pitchFamily="34" charset="-128"/>
              </a:defRPr>
            </a:lvl2pPr>
            <a:lvl3pPr marL="1143000" indent="-228600">
              <a:defRPr>
                <a:solidFill>
                  <a:schemeClr val="tx1"/>
                </a:solidFill>
                <a:latin typeface="Tahoma" panose="020B0604030504040204" pitchFamily="34" charset="0"/>
                <a:ea typeface="ＭＳ Ｐゴシック" panose="020B0600070205080204" pitchFamily="34" charset="-128"/>
              </a:defRPr>
            </a:lvl3pPr>
            <a:lvl4pPr marL="1600200" indent="-228600">
              <a:defRPr>
                <a:solidFill>
                  <a:schemeClr val="tx1"/>
                </a:solidFill>
                <a:latin typeface="Tahoma" panose="020B0604030504040204" pitchFamily="34" charset="0"/>
                <a:ea typeface="ＭＳ Ｐゴシック" panose="020B0600070205080204" pitchFamily="34" charset="-128"/>
              </a:defRPr>
            </a:lvl4pPr>
            <a:lvl5pPr marL="2057400" indent="-228600">
              <a:defRPr>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ahoma" panose="020B0604030504040204" pitchFamily="34" charset="0"/>
                <a:ea typeface="ＭＳ Ｐゴシック" panose="020B0600070205080204" pitchFamily="34" charset="-128"/>
              </a:defRPr>
            </a:lvl9pPr>
          </a:lstStyle>
          <a:p>
            <a:fld id="{50649BAB-5C23-5C4D-AD9B-CAE69D19E6D1}" type="slidenum">
              <a:rPr lang="es-ES" altLang="es-ES" smtClean="0">
                <a:latin typeface="Arial" panose="020B0604020202020204" pitchFamily="34" charset="0"/>
              </a:rPr>
              <a:pPr/>
              <a:t>6</a:t>
            </a:fld>
            <a:endParaRPr lang="es-ES" altLang="es-ES">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Marcador de imagen de diapositiva 1">
            <a:extLst>
              <a:ext uri="{FF2B5EF4-FFF2-40B4-BE49-F238E27FC236}">
                <a16:creationId xmlns:a16="http://schemas.microsoft.com/office/drawing/2014/main" id="{69B2DB0F-520C-26C6-1D60-9C79D98657B1}"/>
              </a:ext>
            </a:extLst>
          </p:cNvPr>
          <p:cNvSpPr>
            <a:spLocks noGrp="1" noRot="1" noChangeAspect="1" noChangeArrowheads="1" noTextEdit="1"/>
          </p:cNvSpPr>
          <p:nvPr>
            <p:ph type="sldImg"/>
          </p:nvPr>
        </p:nvSpPr>
        <p:spPr>
          <a:ln/>
        </p:spPr>
      </p:sp>
      <p:sp>
        <p:nvSpPr>
          <p:cNvPr id="26626" name="Marcador de notas 2">
            <a:extLst>
              <a:ext uri="{FF2B5EF4-FFF2-40B4-BE49-F238E27FC236}">
                <a16:creationId xmlns:a16="http://schemas.microsoft.com/office/drawing/2014/main" id="{3195EAA1-2E3C-F524-5C5E-69E77EBA44D4}"/>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ES" altLang="es-ES" dirty="0">
              <a:latin typeface="Arial" panose="020B0604020202020204" pitchFamily="34" charset="0"/>
              <a:ea typeface="ＭＳ Ｐゴシック" panose="020B0600070205080204" pitchFamily="34" charset="-128"/>
              <a:cs typeface="Arial" panose="020B0604020202020204" pitchFamily="34" charset="0"/>
            </a:endParaRPr>
          </a:p>
        </p:txBody>
      </p:sp>
      <p:sp>
        <p:nvSpPr>
          <p:cNvPr id="26627" name="Marcador de número de diapositiva 3">
            <a:extLst>
              <a:ext uri="{FF2B5EF4-FFF2-40B4-BE49-F238E27FC236}">
                <a16:creationId xmlns:a16="http://schemas.microsoft.com/office/drawing/2014/main" id="{49174680-7952-1826-2F3A-F3CEFB7A34D1}"/>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ea typeface="ＭＳ Ｐゴシック" panose="020B0600070205080204" pitchFamily="34" charset="-128"/>
              </a:defRPr>
            </a:lvl1pPr>
            <a:lvl2pPr marL="742950" indent="-285750">
              <a:defRPr>
                <a:solidFill>
                  <a:schemeClr val="tx1"/>
                </a:solidFill>
                <a:latin typeface="Tahoma" panose="020B0604030504040204" pitchFamily="34" charset="0"/>
                <a:ea typeface="ＭＳ Ｐゴシック" panose="020B0600070205080204" pitchFamily="34" charset="-128"/>
              </a:defRPr>
            </a:lvl2pPr>
            <a:lvl3pPr marL="1143000" indent="-228600">
              <a:defRPr>
                <a:solidFill>
                  <a:schemeClr val="tx1"/>
                </a:solidFill>
                <a:latin typeface="Tahoma" panose="020B0604030504040204" pitchFamily="34" charset="0"/>
                <a:ea typeface="ＭＳ Ｐゴシック" panose="020B0600070205080204" pitchFamily="34" charset="-128"/>
              </a:defRPr>
            </a:lvl3pPr>
            <a:lvl4pPr marL="1600200" indent="-228600">
              <a:defRPr>
                <a:solidFill>
                  <a:schemeClr val="tx1"/>
                </a:solidFill>
                <a:latin typeface="Tahoma" panose="020B0604030504040204" pitchFamily="34" charset="0"/>
                <a:ea typeface="ＭＳ Ｐゴシック" panose="020B0600070205080204" pitchFamily="34" charset="-128"/>
              </a:defRPr>
            </a:lvl4pPr>
            <a:lvl5pPr marL="2057400" indent="-228600">
              <a:defRPr>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ahoma" panose="020B0604030504040204" pitchFamily="34" charset="0"/>
                <a:ea typeface="ＭＳ Ｐゴシック" panose="020B0600070205080204" pitchFamily="34" charset="-128"/>
              </a:defRPr>
            </a:lvl9pPr>
          </a:lstStyle>
          <a:p>
            <a:fld id="{1AAA1D69-18CC-7C44-8391-22E6FDE45083}" type="slidenum">
              <a:rPr lang="es-ES" altLang="es-ES" smtClean="0">
                <a:latin typeface="Arial" panose="020B0604020202020204" pitchFamily="34" charset="0"/>
              </a:rPr>
              <a:pPr/>
              <a:t>7</a:t>
            </a:fld>
            <a:endParaRPr lang="es-ES" altLang="es-ES">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E43A8-4B4C-50D3-B2E3-AF6D497DDCBE}"/>
            </a:ext>
          </a:extLst>
        </p:cNvPr>
        <p:cNvGrpSpPr/>
        <p:nvPr/>
      </p:nvGrpSpPr>
      <p:grpSpPr>
        <a:xfrm>
          <a:off x="0" y="0"/>
          <a:ext cx="0" cy="0"/>
          <a:chOff x="0" y="0"/>
          <a:chExt cx="0" cy="0"/>
        </a:xfrm>
      </p:grpSpPr>
      <p:sp>
        <p:nvSpPr>
          <p:cNvPr id="26625" name="Marcador de imagen de diapositiva 1">
            <a:extLst>
              <a:ext uri="{FF2B5EF4-FFF2-40B4-BE49-F238E27FC236}">
                <a16:creationId xmlns:a16="http://schemas.microsoft.com/office/drawing/2014/main" id="{67169C0D-9FF7-241B-4BE4-4F489A5923AB}"/>
              </a:ext>
            </a:extLst>
          </p:cNvPr>
          <p:cNvSpPr>
            <a:spLocks noGrp="1" noRot="1" noChangeAspect="1" noChangeArrowheads="1" noTextEdit="1"/>
          </p:cNvSpPr>
          <p:nvPr>
            <p:ph type="sldImg"/>
          </p:nvPr>
        </p:nvSpPr>
        <p:spPr>
          <a:ln/>
        </p:spPr>
      </p:sp>
      <p:sp>
        <p:nvSpPr>
          <p:cNvPr id="26626" name="Marcador de notas 2">
            <a:extLst>
              <a:ext uri="{FF2B5EF4-FFF2-40B4-BE49-F238E27FC236}">
                <a16:creationId xmlns:a16="http://schemas.microsoft.com/office/drawing/2014/main" id="{CC5C3EED-1625-34B6-2621-322C5B9176C6}"/>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ES" altLang="es-ES" dirty="0">
              <a:latin typeface="Arial" panose="020B0604020202020204" pitchFamily="34" charset="0"/>
              <a:ea typeface="ＭＳ Ｐゴシック" panose="020B0600070205080204" pitchFamily="34" charset="-128"/>
              <a:cs typeface="Arial" panose="020B0604020202020204" pitchFamily="34" charset="0"/>
            </a:endParaRPr>
          </a:p>
        </p:txBody>
      </p:sp>
      <p:sp>
        <p:nvSpPr>
          <p:cNvPr id="26627" name="Marcador de número de diapositiva 3">
            <a:extLst>
              <a:ext uri="{FF2B5EF4-FFF2-40B4-BE49-F238E27FC236}">
                <a16:creationId xmlns:a16="http://schemas.microsoft.com/office/drawing/2014/main" id="{15BA9E98-E3DC-1F18-82D0-D1F0D6156566}"/>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ea typeface="ＭＳ Ｐゴシック" panose="020B0600070205080204" pitchFamily="34" charset="-128"/>
              </a:defRPr>
            </a:lvl1pPr>
            <a:lvl2pPr marL="742950" indent="-285750">
              <a:defRPr>
                <a:solidFill>
                  <a:schemeClr val="tx1"/>
                </a:solidFill>
                <a:latin typeface="Tahoma" panose="020B0604030504040204" pitchFamily="34" charset="0"/>
                <a:ea typeface="ＭＳ Ｐゴシック" panose="020B0600070205080204" pitchFamily="34" charset="-128"/>
              </a:defRPr>
            </a:lvl2pPr>
            <a:lvl3pPr marL="1143000" indent="-228600">
              <a:defRPr>
                <a:solidFill>
                  <a:schemeClr val="tx1"/>
                </a:solidFill>
                <a:latin typeface="Tahoma" panose="020B0604030504040204" pitchFamily="34" charset="0"/>
                <a:ea typeface="ＭＳ Ｐゴシック" panose="020B0600070205080204" pitchFamily="34" charset="-128"/>
              </a:defRPr>
            </a:lvl3pPr>
            <a:lvl4pPr marL="1600200" indent="-228600">
              <a:defRPr>
                <a:solidFill>
                  <a:schemeClr val="tx1"/>
                </a:solidFill>
                <a:latin typeface="Tahoma" panose="020B0604030504040204" pitchFamily="34" charset="0"/>
                <a:ea typeface="ＭＳ Ｐゴシック" panose="020B0600070205080204" pitchFamily="34" charset="-128"/>
              </a:defRPr>
            </a:lvl4pPr>
            <a:lvl5pPr marL="2057400" indent="-228600">
              <a:defRPr>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ahoma" panose="020B0604030504040204" pitchFamily="34" charset="0"/>
                <a:ea typeface="ＭＳ Ｐゴシック" panose="020B0600070205080204" pitchFamily="34" charset="-128"/>
              </a:defRPr>
            </a:lvl9pPr>
          </a:lstStyle>
          <a:p>
            <a:fld id="{1AAA1D69-18CC-7C44-8391-22E6FDE45083}" type="slidenum">
              <a:rPr lang="es-ES" altLang="es-ES" smtClean="0">
                <a:latin typeface="Arial" panose="020B0604020202020204" pitchFamily="34" charset="0"/>
              </a:rPr>
              <a:pPr/>
              <a:t>8</a:t>
            </a:fld>
            <a:endParaRPr lang="es-ES" altLang="es-ES">
              <a:latin typeface="Arial" panose="020B0604020202020204" pitchFamily="34" charset="0"/>
            </a:endParaRPr>
          </a:p>
        </p:txBody>
      </p:sp>
    </p:spTree>
    <p:extLst>
      <p:ext uri="{BB962C8B-B14F-4D97-AF65-F5344CB8AC3E}">
        <p14:creationId xmlns:p14="http://schemas.microsoft.com/office/powerpoint/2010/main" val="29986364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Marcador de imagen de diapositiva 1">
            <a:extLst>
              <a:ext uri="{FF2B5EF4-FFF2-40B4-BE49-F238E27FC236}">
                <a16:creationId xmlns:a16="http://schemas.microsoft.com/office/drawing/2014/main" id="{7FB34241-8CBE-86F8-FFB6-098A4BE182E8}"/>
              </a:ext>
            </a:extLst>
          </p:cNvPr>
          <p:cNvSpPr>
            <a:spLocks noGrp="1" noRot="1" noChangeAspect="1" noChangeArrowheads="1" noTextEdit="1"/>
          </p:cNvSpPr>
          <p:nvPr>
            <p:ph type="sldImg"/>
          </p:nvPr>
        </p:nvSpPr>
        <p:spPr>
          <a:ln/>
        </p:spPr>
      </p:sp>
      <p:sp>
        <p:nvSpPr>
          <p:cNvPr id="28674" name="Marcador de notas 2">
            <a:extLst>
              <a:ext uri="{FF2B5EF4-FFF2-40B4-BE49-F238E27FC236}">
                <a16:creationId xmlns:a16="http://schemas.microsoft.com/office/drawing/2014/main" id="{F005D9E1-2906-4854-F2EB-DF92DD02A60D}"/>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ES" altLang="es-ES" dirty="0">
              <a:latin typeface="Arial" panose="020B0604020202020204" pitchFamily="34" charset="0"/>
              <a:ea typeface="ＭＳ Ｐゴシック" panose="020B0600070205080204" pitchFamily="34" charset="-128"/>
              <a:cs typeface="Arial" panose="020B0604020202020204" pitchFamily="34" charset="0"/>
            </a:endParaRPr>
          </a:p>
        </p:txBody>
      </p:sp>
      <p:sp>
        <p:nvSpPr>
          <p:cNvPr id="28675" name="Marcador de número de diapositiva 3">
            <a:extLst>
              <a:ext uri="{FF2B5EF4-FFF2-40B4-BE49-F238E27FC236}">
                <a16:creationId xmlns:a16="http://schemas.microsoft.com/office/drawing/2014/main" id="{4DD9EC42-67BC-B179-9027-49CCFD8F22F6}"/>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ea typeface="ＭＳ Ｐゴシック" panose="020B0600070205080204" pitchFamily="34" charset="-128"/>
              </a:defRPr>
            </a:lvl1pPr>
            <a:lvl2pPr marL="742950" indent="-285750">
              <a:defRPr>
                <a:solidFill>
                  <a:schemeClr val="tx1"/>
                </a:solidFill>
                <a:latin typeface="Tahoma" panose="020B0604030504040204" pitchFamily="34" charset="0"/>
                <a:ea typeface="ＭＳ Ｐゴシック" panose="020B0600070205080204" pitchFamily="34" charset="-128"/>
              </a:defRPr>
            </a:lvl2pPr>
            <a:lvl3pPr marL="1143000" indent="-228600">
              <a:defRPr>
                <a:solidFill>
                  <a:schemeClr val="tx1"/>
                </a:solidFill>
                <a:latin typeface="Tahoma" panose="020B0604030504040204" pitchFamily="34" charset="0"/>
                <a:ea typeface="ＭＳ Ｐゴシック" panose="020B0600070205080204" pitchFamily="34" charset="-128"/>
              </a:defRPr>
            </a:lvl3pPr>
            <a:lvl4pPr marL="1600200" indent="-228600">
              <a:defRPr>
                <a:solidFill>
                  <a:schemeClr val="tx1"/>
                </a:solidFill>
                <a:latin typeface="Tahoma" panose="020B0604030504040204" pitchFamily="34" charset="0"/>
                <a:ea typeface="ＭＳ Ｐゴシック" panose="020B0600070205080204" pitchFamily="34" charset="-128"/>
              </a:defRPr>
            </a:lvl4pPr>
            <a:lvl5pPr marL="2057400" indent="-228600">
              <a:defRPr>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ahoma" panose="020B0604030504040204" pitchFamily="34" charset="0"/>
                <a:ea typeface="ＭＳ Ｐゴシック" panose="020B0600070205080204" pitchFamily="34" charset="-128"/>
              </a:defRPr>
            </a:lvl9pPr>
          </a:lstStyle>
          <a:p>
            <a:fld id="{3ED8B540-B156-4248-9763-7F0C02234EBF}" type="slidenum">
              <a:rPr lang="es-ES" altLang="es-ES" smtClean="0">
                <a:latin typeface="Arial" panose="020B0604020202020204" pitchFamily="34" charset="0"/>
              </a:rPr>
              <a:pPr/>
              <a:t>9</a:t>
            </a:fld>
            <a:endParaRPr lang="es-ES" altLang="es-E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Marcador de imagen de diapositiva 1">
            <a:extLst>
              <a:ext uri="{FF2B5EF4-FFF2-40B4-BE49-F238E27FC236}">
                <a16:creationId xmlns:a16="http://schemas.microsoft.com/office/drawing/2014/main" id="{107EDFA3-71FA-BB9A-A43F-9965967CEE1B}"/>
              </a:ext>
            </a:extLst>
          </p:cNvPr>
          <p:cNvSpPr>
            <a:spLocks noGrp="1" noRot="1" noChangeAspect="1" noChangeArrowheads="1" noTextEdit="1"/>
          </p:cNvSpPr>
          <p:nvPr>
            <p:ph type="sldImg"/>
          </p:nvPr>
        </p:nvSpPr>
        <p:spPr>
          <a:ln/>
        </p:spPr>
      </p:sp>
      <p:sp>
        <p:nvSpPr>
          <p:cNvPr id="33794" name="Marcador de notas 2">
            <a:extLst>
              <a:ext uri="{FF2B5EF4-FFF2-40B4-BE49-F238E27FC236}">
                <a16:creationId xmlns:a16="http://schemas.microsoft.com/office/drawing/2014/main" id="{80C740F8-DCD5-8F62-A039-3848615F3BB6}"/>
              </a:ext>
            </a:extLst>
          </p:cNvPr>
          <p:cNvSpPr>
            <a:spLocks noGrp="1"/>
          </p:cNvSpPr>
          <p:nvPr>
            <p:ph type="body" idx="1"/>
          </p:nvPr>
        </p:nvSpPr>
        <p:spPr/>
        <p:txBody>
          <a:bodyPr/>
          <a:lstStyle/>
          <a:p>
            <a:pPr>
              <a:defRPr/>
            </a:pPr>
            <a:endParaRPr lang="es-ES" altLang="es-ES" dirty="0">
              <a:latin typeface="Arial" panose="020B0604020202020204" pitchFamily="34" charset="0"/>
              <a:ea typeface="ＭＳ Ｐゴシック" panose="020B0600070205080204" pitchFamily="34" charset="-128"/>
              <a:cs typeface="Arial" panose="020B0604020202020204" pitchFamily="34" charset="0"/>
              <a:sym typeface="Zapf Dingbats" pitchFamily="6" charset="2"/>
            </a:endParaRPr>
          </a:p>
        </p:txBody>
      </p:sp>
      <p:sp>
        <p:nvSpPr>
          <p:cNvPr id="35843" name="Marcador de número de diapositiva 3">
            <a:extLst>
              <a:ext uri="{FF2B5EF4-FFF2-40B4-BE49-F238E27FC236}">
                <a16:creationId xmlns:a16="http://schemas.microsoft.com/office/drawing/2014/main" id="{3E4A6FEA-20F0-6234-14F6-95A33F2D9E04}"/>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ea typeface="ＭＳ Ｐゴシック" panose="020B0600070205080204" pitchFamily="34" charset="-128"/>
              </a:defRPr>
            </a:lvl1pPr>
            <a:lvl2pPr marL="742950" indent="-285750">
              <a:defRPr>
                <a:solidFill>
                  <a:schemeClr val="tx1"/>
                </a:solidFill>
                <a:latin typeface="Tahoma" panose="020B0604030504040204" pitchFamily="34" charset="0"/>
                <a:ea typeface="ＭＳ Ｐゴシック" panose="020B0600070205080204" pitchFamily="34" charset="-128"/>
              </a:defRPr>
            </a:lvl2pPr>
            <a:lvl3pPr marL="1143000" indent="-228600">
              <a:defRPr>
                <a:solidFill>
                  <a:schemeClr val="tx1"/>
                </a:solidFill>
                <a:latin typeface="Tahoma" panose="020B0604030504040204" pitchFamily="34" charset="0"/>
                <a:ea typeface="ＭＳ Ｐゴシック" panose="020B0600070205080204" pitchFamily="34" charset="-128"/>
              </a:defRPr>
            </a:lvl3pPr>
            <a:lvl4pPr marL="1600200" indent="-228600">
              <a:defRPr>
                <a:solidFill>
                  <a:schemeClr val="tx1"/>
                </a:solidFill>
                <a:latin typeface="Tahoma" panose="020B0604030504040204" pitchFamily="34" charset="0"/>
                <a:ea typeface="ＭＳ Ｐゴシック" panose="020B0600070205080204" pitchFamily="34" charset="-128"/>
              </a:defRPr>
            </a:lvl4pPr>
            <a:lvl5pPr marL="2057400" indent="-228600">
              <a:defRPr>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ahoma" panose="020B0604030504040204" pitchFamily="34" charset="0"/>
                <a:ea typeface="ＭＳ Ｐゴシック" panose="020B0600070205080204" pitchFamily="34" charset="-128"/>
              </a:defRPr>
            </a:lvl9pPr>
          </a:lstStyle>
          <a:p>
            <a:fld id="{B6E6429C-6785-AE42-A6B4-B65F86A835E8}" type="slidenum">
              <a:rPr lang="es-ES" altLang="es-ES" smtClean="0">
                <a:latin typeface="Arial" panose="020B0604020202020204" pitchFamily="34" charset="0"/>
              </a:rPr>
              <a:pPr/>
              <a:t>15</a:t>
            </a:fld>
            <a:endParaRPr lang="es-ES" altLang="es-ES">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Marcador de imagen de diapositiva 1">
            <a:extLst>
              <a:ext uri="{FF2B5EF4-FFF2-40B4-BE49-F238E27FC236}">
                <a16:creationId xmlns:a16="http://schemas.microsoft.com/office/drawing/2014/main" id="{D7687678-8A38-B94C-D27F-D23347F501F6}"/>
              </a:ext>
            </a:extLst>
          </p:cNvPr>
          <p:cNvSpPr>
            <a:spLocks noGrp="1" noRot="1" noChangeAspect="1" noChangeArrowheads="1" noTextEdit="1"/>
          </p:cNvSpPr>
          <p:nvPr>
            <p:ph type="sldImg"/>
          </p:nvPr>
        </p:nvSpPr>
        <p:spPr>
          <a:ln/>
        </p:spPr>
      </p:sp>
      <p:sp>
        <p:nvSpPr>
          <p:cNvPr id="43010" name="Marcador de notas 2">
            <a:extLst>
              <a:ext uri="{FF2B5EF4-FFF2-40B4-BE49-F238E27FC236}">
                <a16:creationId xmlns:a16="http://schemas.microsoft.com/office/drawing/2014/main" id="{5E2AAFD8-A215-A3F8-5A78-FD0983387AC3}"/>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ES" altLang="es-ES" dirty="0">
              <a:latin typeface="Arial" panose="020B0604020202020204" pitchFamily="34" charset="0"/>
              <a:ea typeface="ＭＳ Ｐゴシック" panose="020B0600070205080204" pitchFamily="34" charset="-128"/>
              <a:cs typeface="Arial" panose="020B0604020202020204" pitchFamily="34" charset="0"/>
            </a:endParaRPr>
          </a:p>
        </p:txBody>
      </p:sp>
      <p:sp>
        <p:nvSpPr>
          <p:cNvPr id="43011" name="Marcador de número de diapositiva 3">
            <a:extLst>
              <a:ext uri="{FF2B5EF4-FFF2-40B4-BE49-F238E27FC236}">
                <a16:creationId xmlns:a16="http://schemas.microsoft.com/office/drawing/2014/main" id="{1159B714-DC4A-48E3-A7F3-7D9EEC9ABE5A}"/>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ea typeface="ＭＳ Ｐゴシック" panose="020B0600070205080204" pitchFamily="34" charset="-128"/>
              </a:defRPr>
            </a:lvl1pPr>
            <a:lvl2pPr marL="742950" indent="-285750">
              <a:defRPr>
                <a:solidFill>
                  <a:schemeClr val="tx1"/>
                </a:solidFill>
                <a:latin typeface="Tahoma" panose="020B0604030504040204" pitchFamily="34" charset="0"/>
                <a:ea typeface="ＭＳ Ｐゴシック" panose="020B0600070205080204" pitchFamily="34" charset="-128"/>
              </a:defRPr>
            </a:lvl2pPr>
            <a:lvl3pPr marL="1143000" indent="-228600">
              <a:defRPr>
                <a:solidFill>
                  <a:schemeClr val="tx1"/>
                </a:solidFill>
                <a:latin typeface="Tahoma" panose="020B0604030504040204" pitchFamily="34" charset="0"/>
                <a:ea typeface="ＭＳ Ｐゴシック" panose="020B0600070205080204" pitchFamily="34" charset="-128"/>
              </a:defRPr>
            </a:lvl3pPr>
            <a:lvl4pPr marL="1600200" indent="-228600">
              <a:defRPr>
                <a:solidFill>
                  <a:schemeClr val="tx1"/>
                </a:solidFill>
                <a:latin typeface="Tahoma" panose="020B0604030504040204" pitchFamily="34" charset="0"/>
                <a:ea typeface="ＭＳ Ｐゴシック" panose="020B0600070205080204" pitchFamily="34" charset="-128"/>
              </a:defRPr>
            </a:lvl4pPr>
            <a:lvl5pPr marL="2057400" indent="-228600">
              <a:defRPr>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ahoma" panose="020B0604030504040204" pitchFamily="34" charset="0"/>
                <a:ea typeface="ＭＳ Ｐゴシック" panose="020B0600070205080204" pitchFamily="34" charset="-128"/>
              </a:defRPr>
            </a:lvl9pPr>
          </a:lstStyle>
          <a:p>
            <a:fld id="{207B0CE6-36F1-AB43-B808-121E1C666A64}" type="slidenum">
              <a:rPr lang="es-ES" altLang="es-ES" smtClean="0">
                <a:latin typeface="Arial" panose="020B0604020202020204" pitchFamily="34" charset="0"/>
              </a:rPr>
              <a:pPr/>
              <a:t>21</a:t>
            </a:fld>
            <a:endParaRPr lang="es-ES" altLang="es-E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781852B5-D202-164B-A411-365CBCAF71E4}" type="datetimeFigureOut">
              <a:rPr lang="en-GB" smtClean="0"/>
              <a:t>17/09/2026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622D021-A66B-6242-9759-108DBBA51A5B}" type="slidenum">
              <a:rPr lang="en-GB" smtClean="0"/>
              <a:t>‹Nº›</a:t>
            </a:fld>
            <a:endParaRPr lang="en-GB"/>
          </a:p>
        </p:txBody>
      </p:sp>
    </p:spTree>
    <p:extLst>
      <p:ext uri="{BB962C8B-B14F-4D97-AF65-F5344CB8AC3E}">
        <p14:creationId xmlns:p14="http://schemas.microsoft.com/office/powerpoint/2010/main" val="16554020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3"/>
          <p:cNvSpPr>
            <a:spLocks noGrp="1"/>
          </p:cNvSpPr>
          <p:nvPr>
            <p:ph type="dt" sz="half" idx="10"/>
          </p:nvPr>
        </p:nvSpPr>
        <p:spPr/>
        <p:txBody>
          <a:bodyPr/>
          <a:lstStyle/>
          <a:p>
            <a:fld id="{781852B5-D202-164B-A411-365CBCAF71E4}" type="datetimeFigureOut">
              <a:rPr lang="en-GB" smtClean="0"/>
              <a:t>17/09/2026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622D021-A66B-6242-9759-108DBBA51A5B}" type="slidenum">
              <a:rPr lang="en-GB" smtClean="0"/>
              <a:t>‹Nº›</a:t>
            </a:fld>
            <a:endParaRPr lang="en-GB"/>
          </a:p>
        </p:txBody>
      </p:sp>
    </p:spTree>
    <p:extLst>
      <p:ext uri="{BB962C8B-B14F-4D97-AF65-F5344CB8AC3E}">
        <p14:creationId xmlns:p14="http://schemas.microsoft.com/office/powerpoint/2010/main" val="4364957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781852B5-D202-164B-A411-365CBCAF71E4}" type="datetimeFigureOut">
              <a:rPr lang="en-GB" smtClean="0"/>
              <a:t>17/09/2026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622D021-A66B-6242-9759-108DBBA51A5B}" type="slidenum">
              <a:rPr lang="en-GB" smtClean="0"/>
              <a:t>‹Nº›</a:t>
            </a:fld>
            <a:endParaRPr lang="en-GB"/>
          </a:p>
        </p:txBody>
      </p:sp>
    </p:spTree>
    <p:extLst>
      <p:ext uri="{BB962C8B-B14F-4D97-AF65-F5344CB8AC3E}">
        <p14:creationId xmlns:p14="http://schemas.microsoft.com/office/powerpoint/2010/main" val="4913544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781852B5-D202-164B-A411-365CBCAF71E4}" type="datetimeFigureOut">
              <a:rPr lang="en-GB" smtClean="0"/>
              <a:t>17/09/2026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622D021-A66B-6242-9759-108DBBA51A5B}" type="slidenum">
              <a:rPr lang="en-GB" smtClean="0"/>
              <a:t>‹Nº›</a:t>
            </a:fld>
            <a:endParaRPr lang="en-GB"/>
          </a:p>
        </p:txBody>
      </p:sp>
    </p:spTree>
    <p:extLst>
      <p:ext uri="{BB962C8B-B14F-4D97-AF65-F5344CB8AC3E}">
        <p14:creationId xmlns:p14="http://schemas.microsoft.com/office/powerpoint/2010/main" val="592529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781852B5-D202-164B-A411-365CBCAF71E4}" type="datetimeFigureOut">
              <a:rPr lang="en-GB" smtClean="0"/>
              <a:t>17/09/2026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622D021-A66B-6242-9759-108DBBA51A5B}" type="slidenum">
              <a:rPr lang="en-GB" smtClean="0"/>
              <a:t>‹Nº›</a:t>
            </a:fld>
            <a:endParaRPr lang="en-GB"/>
          </a:p>
        </p:txBody>
      </p:sp>
    </p:spTree>
    <p:extLst>
      <p:ext uri="{BB962C8B-B14F-4D97-AF65-F5344CB8AC3E}">
        <p14:creationId xmlns:p14="http://schemas.microsoft.com/office/powerpoint/2010/main" val="41744763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7" name="Date Placeholder 2"/>
          <p:cNvSpPr>
            <a:spLocks noGrp="1"/>
          </p:cNvSpPr>
          <p:nvPr>
            <p:ph type="dt" sz="half" idx="10"/>
          </p:nvPr>
        </p:nvSpPr>
        <p:spPr/>
        <p:txBody>
          <a:bodyPr/>
          <a:lstStyle/>
          <a:p>
            <a:fld id="{781852B5-D202-164B-A411-365CBCAF71E4}" type="datetimeFigureOut">
              <a:rPr lang="en-GB" smtClean="0"/>
              <a:t>17/09/2026</a:t>
            </a:fld>
            <a:endParaRPr lang="en-GB"/>
          </a:p>
        </p:txBody>
      </p:sp>
      <p:sp>
        <p:nvSpPr>
          <p:cNvPr id="5" name="Footer Placeholder 3"/>
          <p:cNvSpPr>
            <a:spLocks noGrp="1"/>
          </p:cNvSpPr>
          <p:nvPr>
            <p:ph type="ftr" sz="quarter" idx="11"/>
          </p:nvPr>
        </p:nvSpPr>
        <p:spPr/>
        <p:txBody>
          <a:bodyPr/>
          <a:lstStyle/>
          <a:p>
            <a:endParaRPr lang="en-GB"/>
          </a:p>
        </p:txBody>
      </p:sp>
      <p:sp>
        <p:nvSpPr>
          <p:cNvPr id="6" name="Slide Number Placeholder 4"/>
          <p:cNvSpPr>
            <a:spLocks noGrp="1"/>
          </p:cNvSpPr>
          <p:nvPr>
            <p:ph type="sldNum" sz="quarter" idx="12"/>
          </p:nvPr>
        </p:nvSpPr>
        <p:spPr/>
        <p:txBody>
          <a:bodyPr/>
          <a:lstStyle/>
          <a:p>
            <a:fld id="{A622D021-A66B-6242-9759-108DBBA51A5B}" type="slidenum">
              <a:rPr lang="en-GB" smtClean="0"/>
              <a:t>‹Nº›</a:t>
            </a:fld>
            <a:endParaRPr lang="en-GB"/>
          </a:p>
        </p:txBody>
      </p:sp>
    </p:spTree>
    <p:extLst>
      <p:ext uri="{BB962C8B-B14F-4D97-AF65-F5344CB8AC3E}">
        <p14:creationId xmlns:p14="http://schemas.microsoft.com/office/powerpoint/2010/main" val="30015315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781852B5-D202-164B-A411-365CBCAF71E4}" type="datetimeFigureOut">
              <a:rPr lang="en-GB" smtClean="0"/>
              <a:t>17/09/2026</a:t>
            </a:fld>
            <a:endParaRPr lang="en-GB"/>
          </a:p>
        </p:txBody>
      </p:sp>
      <p:sp>
        <p:nvSpPr>
          <p:cNvPr id="5" name="Footer Placeholder 2"/>
          <p:cNvSpPr>
            <a:spLocks noGrp="1"/>
          </p:cNvSpPr>
          <p:nvPr>
            <p:ph type="ftr" sz="quarter" idx="11"/>
          </p:nvPr>
        </p:nvSpPr>
        <p:spPr/>
        <p:txBody>
          <a:bodyPr/>
          <a:lstStyle/>
          <a:p>
            <a:endParaRPr lang="en-GB"/>
          </a:p>
        </p:txBody>
      </p:sp>
      <p:sp>
        <p:nvSpPr>
          <p:cNvPr id="6" name="Slide Number Placeholder 3"/>
          <p:cNvSpPr>
            <a:spLocks noGrp="1"/>
          </p:cNvSpPr>
          <p:nvPr>
            <p:ph type="sldNum" sz="quarter" idx="12"/>
          </p:nvPr>
        </p:nvSpPr>
        <p:spPr/>
        <p:txBody>
          <a:bodyPr/>
          <a:lstStyle/>
          <a:p>
            <a:fld id="{A622D021-A66B-6242-9759-108DBBA51A5B}" type="slidenum">
              <a:rPr lang="en-GB" smtClean="0"/>
              <a:t>‹Nº›</a:t>
            </a:fld>
            <a:endParaRPr lang="en-GB"/>
          </a:p>
        </p:txBody>
      </p:sp>
    </p:spTree>
    <p:extLst>
      <p:ext uri="{BB962C8B-B14F-4D97-AF65-F5344CB8AC3E}">
        <p14:creationId xmlns:p14="http://schemas.microsoft.com/office/powerpoint/2010/main" val="10708738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7" name="Date Placeholder 4"/>
          <p:cNvSpPr>
            <a:spLocks noGrp="1"/>
          </p:cNvSpPr>
          <p:nvPr>
            <p:ph type="dt" sz="half" idx="10"/>
          </p:nvPr>
        </p:nvSpPr>
        <p:spPr/>
        <p:txBody>
          <a:bodyPr/>
          <a:lstStyle/>
          <a:p>
            <a:fld id="{781852B5-D202-164B-A411-365CBCAF71E4}" type="datetimeFigureOut">
              <a:rPr lang="en-GB" smtClean="0"/>
              <a:t>17/09/2026</a:t>
            </a:fld>
            <a:endParaRPr lang="en-GB"/>
          </a:p>
        </p:txBody>
      </p:sp>
      <p:sp>
        <p:nvSpPr>
          <p:cNvPr id="5" name="Footer Placeholder 5"/>
          <p:cNvSpPr>
            <a:spLocks noGrp="1"/>
          </p:cNvSpPr>
          <p:nvPr>
            <p:ph type="ftr" sz="quarter" idx="11"/>
          </p:nvPr>
        </p:nvSpPr>
        <p:spPr/>
        <p:txBody>
          <a:bodyPr/>
          <a:lstStyle/>
          <a:p>
            <a:endParaRPr lang="en-GB"/>
          </a:p>
        </p:txBody>
      </p:sp>
      <p:sp>
        <p:nvSpPr>
          <p:cNvPr id="6" name="Slide Number Placeholder 6"/>
          <p:cNvSpPr>
            <a:spLocks noGrp="1"/>
          </p:cNvSpPr>
          <p:nvPr>
            <p:ph type="sldNum" sz="quarter" idx="12"/>
          </p:nvPr>
        </p:nvSpPr>
        <p:spPr/>
        <p:txBody>
          <a:bodyPr/>
          <a:lstStyle/>
          <a:p>
            <a:fld id="{A622D021-A66B-6242-9759-108DBBA51A5B}" type="slidenum">
              <a:rPr lang="en-GB" smtClean="0"/>
              <a:t>‹Nº›</a:t>
            </a:fld>
            <a:endParaRPr lang="en-GB"/>
          </a:p>
        </p:txBody>
      </p:sp>
    </p:spTree>
    <p:extLst>
      <p:ext uri="{BB962C8B-B14F-4D97-AF65-F5344CB8AC3E}">
        <p14:creationId xmlns:p14="http://schemas.microsoft.com/office/powerpoint/2010/main" val="11095646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781852B5-D202-164B-A411-365CBCAF71E4}" type="datetimeFigureOut">
              <a:rPr lang="en-GB" smtClean="0"/>
              <a:t>17/09/2026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622D021-A66B-6242-9759-108DBBA51A5B}" type="slidenum">
              <a:rPr lang="en-GB" smtClean="0"/>
              <a:t>‹Nº›</a:t>
            </a:fld>
            <a:endParaRPr lang="en-GB"/>
          </a:p>
        </p:txBody>
      </p:sp>
    </p:spTree>
    <p:extLst>
      <p:ext uri="{BB962C8B-B14F-4D97-AF65-F5344CB8AC3E}">
        <p14:creationId xmlns:p14="http://schemas.microsoft.com/office/powerpoint/2010/main" val="42919631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781852B5-D202-164B-A411-365CBCAF71E4}" type="datetimeFigureOut">
              <a:rPr lang="en-GB" smtClean="0"/>
              <a:t>17/09/2026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622D021-A66B-6242-9759-108DBBA51A5B}" type="slidenum">
              <a:rPr lang="en-GB" smtClean="0"/>
              <a:t>‹Nº›</a:t>
            </a:fld>
            <a:endParaRPr lang="en-GB"/>
          </a:p>
        </p:txBody>
      </p:sp>
    </p:spTree>
    <p:extLst>
      <p:ext uri="{BB962C8B-B14F-4D97-AF65-F5344CB8AC3E}">
        <p14:creationId xmlns:p14="http://schemas.microsoft.com/office/powerpoint/2010/main" val="9345750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s-ES"/>
              <a:t>Haga clic para modificar el estilo de título del patrón</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781852B5-D202-164B-A411-365CBCAF71E4}" type="datetimeFigureOut">
              <a:rPr lang="en-GB" smtClean="0"/>
              <a:t>17/09/2026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622D021-A66B-6242-9759-108DBBA51A5B}" type="slidenum">
              <a:rPr lang="en-GB" smtClean="0"/>
              <a:t>‹Nº›</a:t>
            </a:fld>
            <a:endParaRPr lang="en-GB"/>
          </a:p>
        </p:txBody>
      </p:sp>
    </p:spTree>
    <p:extLst>
      <p:ext uri="{BB962C8B-B14F-4D97-AF65-F5344CB8AC3E}">
        <p14:creationId xmlns:p14="http://schemas.microsoft.com/office/powerpoint/2010/main" val="8683774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s-ES"/>
              <a:t>Haga clic para modificar el estilo de título del patrón</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s-ES"/>
              <a:t>Haga clic para modificar los estilos de texto del patrón</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781852B5-D202-164B-A411-365CBCAF71E4}" type="datetimeFigureOut">
              <a:rPr lang="en-GB" smtClean="0"/>
              <a:t>17/09/2026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622D021-A66B-6242-9759-108DBBA51A5B}" type="slidenum">
              <a:rPr lang="en-GB" smtClean="0"/>
              <a:t>‹Nº›</a:t>
            </a:fld>
            <a:endParaRPr lang="en-GB"/>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1449154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781852B5-D202-164B-A411-365CBCAF71E4}" type="datetimeFigureOut">
              <a:rPr lang="en-GB" smtClean="0"/>
              <a:t>17/09/2026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622D021-A66B-6242-9759-108DBBA51A5B}" type="slidenum">
              <a:rPr lang="en-GB" smtClean="0"/>
              <a:t>‹Nº›</a:t>
            </a:fld>
            <a:endParaRPr lang="en-GB"/>
          </a:p>
        </p:txBody>
      </p:sp>
    </p:spTree>
    <p:extLst>
      <p:ext uri="{BB962C8B-B14F-4D97-AF65-F5344CB8AC3E}">
        <p14:creationId xmlns:p14="http://schemas.microsoft.com/office/powerpoint/2010/main" val="15130116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81852B5-D202-164B-A411-365CBCAF71E4}" type="datetimeFigureOut">
              <a:rPr lang="en-GB" smtClean="0"/>
              <a:t>17/09/2026</a:t>
            </a:fld>
            <a:endParaRPr lang="en-GB"/>
          </a:p>
        </p:txBody>
      </p:sp>
      <p:sp>
        <p:nvSpPr>
          <p:cNvPr id="4"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622D021-A66B-6242-9759-108DBBA51A5B}" type="slidenum">
              <a:rPr lang="en-GB" smtClean="0"/>
              <a:t>‹Nº›</a:t>
            </a:fld>
            <a:endParaRPr lang="en-GB"/>
          </a:p>
        </p:txBody>
      </p:sp>
    </p:spTree>
    <p:extLst>
      <p:ext uri="{BB962C8B-B14F-4D97-AF65-F5344CB8AC3E}">
        <p14:creationId xmlns:p14="http://schemas.microsoft.com/office/powerpoint/2010/main" val="7334203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81852B5-D202-164B-A411-365CBCAF71E4}" type="datetimeFigureOut">
              <a:rPr lang="en-GB" smtClean="0"/>
              <a:t>17/09/2026</a:t>
            </a:fld>
            <a:endParaRPr lang="en-GB"/>
          </a:p>
        </p:txBody>
      </p:sp>
      <p:sp>
        <p:nvSpPr>
          <p:cNvPr id="4"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622D021-A66B-6242-9759-108DBBA51A5B}" type="slidenum">
              <a:rPr lang="en-GB" smtClean="0"/>
              <a:t>‹Nº›</a:t>
            </a:fld>
            <a:endParaRPr lang="en-GB"/>
          </a:p>
        </p:txBody>
      </p:sp>
    </p:spTree>
    <p:extLst>
      <p:ext uri="{BB962C8B-B14F-4D97-AF65-F5344CB8AC3E}">
        <p14:creationId xmlns:p14="http://schemas.microsoft.com/office/powerpoint/2010/main" val="898771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nchorCtr="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81852B5-D202-164B-A411-365CBCAF71E4}" type="datetimeFigureOut">
              <a:rPr lang="en-GB" smtClean="0"/>
              <a:t>17/09/2026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622D021-A66B-6242-9759-108DBBA51A5B}" type="slidenum">
              <a:rPr lang="en-GB" smtClean="0"/>
              <a:t>‹Nº›</a:t>
            </a:fld>
            <a:endParaRPr lang="en-GB"/>
          </a:p>
        </p:txBody>
      </p:sp>
    </p:spTree>
    <p:extLst>
      <p:ext uri="{BB962C8B-B14F-4D97-AF65-F5344CB8AC3E}">
        <p14:creationId xmlns:p14="http://schemas.microsoft.com/office/powerpoint/2010/main" val="37085991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81852B5-D202-164B-A411-365CBCAF71E4}" type="datetimeFigureOut">
              <a:rPr lang="en-GB" smtClean="0"/>
              <a:t>17/09/2026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622D021-A66B-6242-9759-108DBBA51A5B}" type="slidenum">
              <a:rPr lang="en-GB" smtClean="0"/>
              <a:t>‹Nº›</a:t>
            </a:fld>
            <a:endParaRPr lang="en-GB"/>
          </a:p>
        </p:txBody>
      </p:sp>
    </p:spTree>
    <p:extLst>
      <p:ext uri="{BB962C8B-B14F-4D97-AF65-F5344CB8AC3E}">
        <p14:creationId xmlns:p14="http://schemas.microsoft.com/office/powerpoint/2010/main" val="17792855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781852B5-D202-164B-A411-365CBCAF71E4}" type="datetimeFigureOut">
              <a:rPr lang="en-GB" smtClean="0"/>
              <a:t>17/09/2026</a:t>
            </a:fld>
            <a:endParaRPr lang="en-GB"/>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GB"/>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A622D021-A66B-6242-9759-108DBBA51A5B}" type="slidenum">
              <a:rPr lang="en-GB" smtClean="0"/>
              <a:t>‹Nº›</a:t>
            </a:fld>
            <a:endParaRPr lang="en-GB"/>
          </a:p>
        </p:txBody>
      </p:sp>
    </p:spTree>
    <p:extLst>
      <p:ext uri="{BB962C8B-B14F-4D97-AF65-F5344CB8AC3E}">
        <p14:creationId xmlns:p14="http://schemas.microsoft.com/office/powerpoint/2010/main" val="295267562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F75EE2DA-A2F7-EEB8-C4AC-377A3878F296}"/>
              </a:ext>
            </a:extLst>
          </p:cNvPr>
          <p:cNvSpPr>
            <a:spLocks noGrp="1"/>
          </p:cNvSpPr>
          <p:nvPr>
            <p:ph type="title"/>
          </p:nvPr>
        </p:nvSpPr>
        <p:spPr/>
        <p:txBody>
          <a:bodyPr>
            <a:normAutofit fontScale="90000"/>
          </a:bodyPr>
          <a:lstStyle/>
          <a:p>
            <a:pPr>
              <a:buClr>
                <a:srgbClr val="6FB7D7"/>
              </a:buClr>
              <a:defRPr/>
            </a:pPr>
            <a:r>
              <a:rPr lang="es-ES" altLang="es-ES" dirty="0">
                <a:ea typeface="ＭＳ Ｐゴシック" panose="020B0600070205080204" pitchFamily="34" charset="-128"/>
              </a:rPr>
              <a:t> </a:t>
            </a:r>
            <a:br>
              <a:rPr lang="es-ES" altLang="es-ES" dirty="0">
                <a:ea typeface="ＭＳ Ｐゴシック" panose="020B0600070205080204" pitchFamily="34" charset="-128"/>
              </a:rPr>
            </a:br>
            <a:br>
              <a:rPr lang="es-ES" altLang="es-ES" dirty="0">
                <a:ea typeface="ＭＳ Ｐゴシック" panose="020B0600070205080204" pitchFamily="34" charset="-128"/>
              </a:rPr>
            </a:br>
            <a:r>
              <a:rPr lang="es-ES" altLang="es-ES" dirty="0">
                <a:ea typeface="ＭＳ Ｐゴシック" panose="020B0600070205080204" pitchFamily="34" charset="-128"/>
              </a:rPr>
              <a:t>INSTITUCIONES POLÍTICAS Y ESTRUCTURAS DE DECISIÓN</a:t>
            </a:r>
          </a:p>
        </p:txBody>
      </p:sp>
      <p:sp>
        <p:nvSpPr>
          <p:cNvPr id="2" name="Marcador de texto 1">
            <a:extLst>
              <a:ext uri="{FF2B5EF4-FFF2-40B4-BE49-F238E27FC236}">
                <a16:creationId xmlns:a16="http://schemas.microsoft.com/office/drawing/2014/main" id="{6BC7901A-1BDF-04D4-F165-BEDF241423AB}"/>
              </a:ext>
            </a:extLst>
          </p:cNvPr>
          <p:cNvSpPr>
            <a:spLocks noGrp="1"/>
          </p:cNvSpPr>
          <p:nvPr>
            <p:ph type="body" idx="1"/>
          </p:nvPr>
        </p:nvSpPr>
        <p:spPr/>
        <p:txBody>
          <a:bodyPr/>
          <a:lstStyle/>
          <a:p>
            <a:r>
              <a:rPr lang="en-GB" dirty="0" err="1"/>
              <a:t>Curso</a:t>
            </a:r>
            <a:r>
              <a:rPr lang="en-GB" dirty="0"/>
              <a:t> </a:t>
            </a:r>
            <a:r>
              <a:rPr lang="en-GB" dirty="0" err="1"/>
              <a:t>académico</a:t>
            </a:r>
            <a:r>
              <a:rPr lang="en-GB" dirty="0"/>
              <a:t> </a:t>
            </a:r>
            <a:r>
              <a:rPr lang="es-ES" altLang="es-ES" dirty="0">
                <a:ea typeface="ＭＳ Ｐゴシック" panose="020B0600070205080204" pitchFamily="34" charset="-128"/>
              </a:rPr>
              <a:t>2026-2027</a:t>
            </a:r>
            <a:endParaRPr lang="en-GB" altLang="es-ES" dirty="0">
              <a:ea typeface="ＭＳ Ｐゴシック" panose="020B0600070205080204" pitchFamily="34" charset="-128"/>
            </a:endParaRPr>
          </a:p>
          <a:p>
            <a:r>
              <a:rPr lang="en-GB" altLang="es-ES" dirty="0">
                <a:ea typeface="ＭＳ Ｐゴシック" panose="020B0600070205080204" pitchFamily="34" charset="-128"/>
              </a:rPr>
              <a:t>G. SOCIOLOGÍA</a:t>
            </a:r>
            <a:endParaRPr lang="es-ES" altLang="es-ES" dirty="0">
              <a:ea typeface="ＭＳ Ｐゴシック" panose="020B0600070205080204" pitchFamily="34"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7000"/>
                <a:hueMod val="88000"/>
                <a:satMod val="130000"/>
                <a:lumMod val="124000"/>
              </a:schemeClr>
            </a:gs>
            <a:gs pos="100000">
              <a:schemeClr val="bg1">
                <a:tint val="96000"/>
                <a:shade val="88000"/>
                <a:hueMod val="108000"/>
                <a:satMod val="164000"/>
                <a:lumMod val="76000"/>
              </a:schemeClr>
            </a:gs>
          </a:gsLst>
          <a:path path="circle">
            <a:fillToRect l="45000" t="65000" r="125000" b="100000"/>
          </a:path>
        </a:gradFill>
        <a:effectLst/>
      </p:bgPr>
    </p:bg>
    <p:spTree>
      <p:nvGrpSpPr>
        <p:cNvPr id="1" name=""/>
        <p:cNvGrpSpPr/>
        <p:nvPr/>
      </p:nvGrpSpPr>
      <p:grpSpPr>
        <a:xfrm>
          <a:off x="0" y="0"/>
          <a:ext cx="0" cy="0"/>
          <a:chOff x="0" y="0"/>
          <a:chExt cx="0" cy="0"/>
        </a:xfrm>
      </p:grpSpPr>
      <p:sp useBgFill="1">
        <p:nvSpPr>
          <p:cNvPr id="14342" name="Rectangle 14341">
            <a:extLst>
              <a:ext uri="{FF2B5EF4-FFF2-40B4-BE49-F238E27FC236}">
                <a16:creationId xmlns:a16="http://schemas.microsoft.com/office/drawing/2014/main" id="{8A0B882D-4FEF-4E28-9811-11D57386D4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Subtítulo 1">
            <a:extLst>
              <a:ext uri="{FF2B5EF4-FFF2-40B4-BE49-F238E27FC236}">
                <a16:creationId xmlns:a16="http://schemas.microsoft.com/office/drawing/2014/main" id="{8DCF4DC9-803D-F344-7BB9-B10119AE2743}"/>
              </a:ext>
            </a:extLst>
          </p:cNvPr>
          <p:cNvSpPr>
            <a:spLocks noGrp="1"/>
          </p:cNvSpPr>
          <p:nvPr>
            <p:ph type="subTitle" idx="1"/>
          </p:nvPr>
        </p:nvSpPr>
        <p:spPr>
          <a:xfrm>
            <a:off x="1154955" y="4777380"/>
            <a:ext cx="8825658" cy="861420"/>
          </a:xfrm>
        </p:spPr>
        <p:txBody>
          <a:bodyPr>
            <a:norm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pPr>
              <a:defRPr/>
            </a:pPr>
            <a:r>
              <a:rPr lang="es-ES" b="1" i="1">
                <a:ln/>
                <a:solidFill>
                  <a:schemeClr val="tx1"/>
                </a:solidFill>
              </a:rPr>
              <a:t>DE LAS FORMAS POLÍTICAS PRE-ESTATALES AL ESTADO ABSOLUTO</a:t>
            </a:r>
            <a:br>
              <a:rPr lang="es-ES" b="1" i="1">
                <a:ln/>
                <a:solidFill>
                  <a:schemeClr val="tx1"/>
                </a:solidFill>
              </a:rPr>
            </a:br>
            <a:endParaRPr lang="es-ES" b="1">
              <a:ln/>
              <a:solidFill>
                <a:schemeClr val="tx1"/>
              </a:solidFill>
            </a:endParaRPr>
          </a:p>
        </p:txBody>
      </p:sp>
      <p:sp>
        <p:nvSpPr>
          <p:cNvPr id="14337" name="Rectangle 2">
            <a:extLst>
              <a:ext uri="{FF2B5EF4-FFF2-40B4-BE49-F238E27FC236}">
                <a16:creationId xmlns:a16="http://schemas.microsoft.com/office/drawing/2014/main" id="{90F96F71-A888-2633-47D7-C4B063F6673C}"/>
              </a:ext>
            </a:extLst>
          </p:cNvPr>
          <p:cNvSpPr>
            <a:spLocks noGrp="1" noChangeArrowheads="1"/>
          </p:cNvSpPr>
          <p:nvPr>
            <p:ph type="ctrTitle"/>
          </p:nvPr>
        </p:nvSpPr>
        <p:spPr>
          <a:xfrm>
            <a:off x="1154955" y="1447800"/>
            <a:ext cx="8825658" cy="3329581"/>
          </a:xfrm>
        </p:spPr>
        <p:txBody>
          <a:bodyPr>
            <a:norm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defRPr/>
            </a:pPr>
            <a:r>
              <a:rPr lang="es-ES" b="1" cap="all">
                <a:ln w="0"/>
                <a:effectLst>
                  <a:reflection blurRad="12700" stA="50000" endPos="50000" dist="5000" dir="5400000" sy="-100000" rotWithShape="0"/>
                </a:effectLst>
              </a:rPr>
              <a:t>SESIÓN TEÓRICA 2:</a:t>
            </a:r>
            <a:br>
              <a:rPr lang="es-ES" b="1" cap="all">
                <a:ln w="0"/>
                <a:effectLst>
                  <a:reflection blurRad="12700" stA="50000" endPos="50000" dist="5000" dir="5400000" sy="-100000" rotWithShape="0"/>
                </a:effectLst>
              </a:rPr>
            </a:br>
            <a:endParaRPr lang="es-ES" b="1" i="1" cap="all">
              <a:ln w="0"/>
              <a:effectLst>
                <a:reflection blurRad="12700" stA="50000" endPos="50000" dist="5000" dir="5400000" sy="-100000" rotWithShape="0"/>
              </a:effectLst>
              <a:latin typeface="Tahoma" charset="0"/>
            </a:endParaRPr>
          </a:p>
        </p:txBody>
      </p:sp>
      <p:sp>
        <p:nvSpPr>
          <p:cNvPr id="14344" name="Rectangle 14343">
            <a:extLst>
              <a:ext uri="{FF2B5EF4-FFF2-40B4-BE49-F238E27FC236}">
                <a16:creationId xmlns:a16="http://schemas.microsoft.com/office/drawing/2014/main" id="{E8DA6D14-0849-4180-8DEF-F2F6BF1232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ES_tradnl"/>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7000"/>
                <a:hueMod val="88000"/>
                <a:satMod val="130000"/>
                <a:lumMod val="124000"/>
              </a:schemeClr>
            </a:gs>
            <a:gs pos="100000">
              <a:schemeClr val="bg2">
                <a:tint val="96000"/>
                <a:shade val="88000"/>
                <a:hueMod val="108000"/>
                <a:satMod val="164000"/>
                <a:lumMod val="76000"/>
              </a:schemeClr>
            </a:gs>
          </a:gsLst>
          <a:path path="circle">
            <a:fillToRect l="45000" t="65000" r="125000" b="100000"/>
          </a:path>
        </a:gradFill>
        <a:effectLst/>
      </p:bgPr>
    </p:bg>
    <p:spTree>
      <p:nvGrpSpPr>
        <p:cNvPr id="1" name=""/>
        <p:cNvGrpSpPr/>
        <p:nvPr/>
      </p:nvGrpSpPr>
      <p:grpSpPr>
        <a:xfrm>
          <a:off x="0" y="0"/>
          <a:ext cx="0" cy="0"/>
          <a:chOff x="0" y="0"/>
          <a:chExt cx="0" cy="0"/>
        </a:xfrm>
      </p:grpSpPr>
      <p:pic>
        <p:nvPicPr>
          <p:cNvPr id="19462" name="Picture 19461">
            <a:extLst>
              <a:ext uri="{FF2B5EF4-FFF2-40B4-BE49-F238E27FC236}">
                <a16:creationId xmlns:a16="http://schemas.microsoft.com/office/drawing/2014/main" id="{91B28F63-CF00-448F-B141-FE33C33B18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9464" name="Picture 19463">
            <a:extLst>
              <a:ext uri="{FF2B5EF4-FFF2-40B4-BE49-F238E27FC236}">
                <a16:creationId xmlns:a16="http://schemas.microsoft.com/office/drawing/2014/main" id="{2AE609E2-8522-44E4-9077-980E5BCF3E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9466" name="Oval 19465">
            <a:extLst>
              <a:ext uri="{FF2B5EF4-FFF2-40B4-BE49-F238E27FC236}">
                <a16:creationId xmlns:a16="http://schemas.microsoft.com/office/drawing/2014/main" id="{4FA533C5-33E3-4611-AF9F-72811D8B2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_tradnl"/>
          </a:p>
        </p:txBody>
      </p:sp>
      <p:pic>
        <p:nvPicPr>
          <p:cNvPr id="19468" name="Picture 19467">
            <a:extLst>
              <a:ext uri="{FF2B5EF4-FFF2-40B4-BE49-F238E27FC236}">
                <a16:creationId xmlns:a16="http://schemas.microsoft.com/office/drawing/2014/main" id="{8949AD42-25FD-4C3D-9EEE-B7FEC58099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9470" name="Picture 19469">
            <a:extLst>
              <a:ext uri="{FF2B5EF4-FFF2-40B4-BE49-F238E27FC236}">
                <a16:creationId xmlns:a16="http://schemas.microsoft.com/office/drawing/2014/main" id="{6AC7D913-60B7-4603-881B-831DA5D3A9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9472" name="Rectangle 19471">
            <a:extLst>
              <a:ext uri="{FF2B5EF4-FFF2-40B4-BE49-F238E27FC236}">
                <a16:creationId xmlns:a16="http://schemas.microsoft.com/office/drawing/2014/main" id="{87F0FDC4-AD8C-47D9-9131-623C98ADB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ES_tradnl"/>
          </a:p>
        </p:txBody>
      </p:sp>
      <p:sp>
        <p:nvSpPr>
          <p:cNvPr id="19474" name="Rectangle 19473">
            <a:extLst>
              <a:ext uri="{FF2B5EF4-FFF2-40B4-BE49-F238E27FC236}">
                <a16:creationId xmlns:a16="http://schemas.microsoft.com/office/drawing/2014/main" id="{DE27238C-8EAF-4098-86E6-7723B7DAE6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tx2"/>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9476" name="Freeform 36">
            <a:extLst>
              <a:ext uri="{FF2B5EF4-FFF2-40B4-BE49-F238E27FC236}">
                <a16:creationId xmlns:a16="http://schemas.microsoft.com/office/drawing/2014/main" id="{992F97B1-1891-4FCC-9E5F-BA97EDB48F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1010"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2">
              <a:lumMod val="60000"/>
              <a:lumOff val="40000"/>
              <a:alpha val="20000"/>
            </a:schemeClr>
          </a:solidFill>
          <a:ln>
            <a:noFill/>
          </a:ln>
        </p:spPr>
        <p:txBody>
          <a:bodyPr rtlCol="0" anchor="ctr"/>
          <a:lstStyle/>
          <a:p>
            <a:pPr algn="ctr"/>
            <a:endParaRPr lang="en-US"/>
          </a:p>
        </p:txBody>
      </p:sp>
      <p:sp useBgFill="1">
        <p:nvSpPr>
          <p:cNvPr id="19478" name="Freeform: Shape 19477">
            <a:extLst>
              <a:ext uri="{FF2B5EF4-FFF2-40B4-BE49-F238E27FC236}">
                <a16:creationId xmlns:a16="http://schemas.microsoft.com/office/drawing/2014/main" id="{78C6C821-FEE1-4EB6-9590-C021440C77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9700459" cy="6858001"/>
          </a:xfrm>
          <a:custGeom>
            <a:avLst/>
            <a:gdLst>
              <a:gd name="connsiteX0" fmla="*/ 0 w 9700459"/>
              <a:gd name="connsiteY0" fmla="*/ 0 h 6858001"/>
              <a:gd name="connsiteX1" fmla="*/ 1323975 w 9700459"/>
              <a:gd name="connsiteY1" fmla="*/ 0 h 6858001"/>
              <a:gd name="connsiteX2" fmla="*/ 1517015 w 9700459"/>
              <a:gd name="connsiteY2" fmla="*/ 0 h 6858001"/>
              <a:gd name="connsiteX3" fmla="*/ 3241265 w 9700459"/>
              <a:gd name="connsiteY3" fmla="*/ 0 h 6858001"/>
              <a:gd name="connsiteX4" fmla="*/ 3241265 w 9700459"/>
              <a:gd name="connsiteY4" fmla="*/ 1 h 6858001"/>
              <a:gd name="connsiteX5" fmla="*/ 8355744 w 9700459"/>
              <a:gd name="connsiteY5" fmla="*/ 1 h 6858001"/>
              <a:gd name="connsiteX6" fmla="*/ 8355744 w 9700459"/>
              <a:gd name="connsiteY6" fmla="*/ 0 h 6858001"/>
              <a:gd name="connsiteX7" fmla="*/ 9699282 w 9700459"/>
              <a:gd name="connsiteY7" fmla="*/ 0 h 6858001"/>
              <a:gd name="connsiteX8" fmla="*/ 9674237 w 9700459"/>
              <a:gd name="connsiteY8" fmla="*/ 155677 h 6858001"/>
              <a:gd name="connsiteX9" fmla="*/ 9650368 w 9700459"/>
              <a:gd name="connsiteY9" fmla="*/ 310668 h 6858001"/>
              <a:gd name="connsiteX10" fmla="*/ 9627004 w 9700459"/>
              <a:gd name="connsiteY10" fmla="*/ 466344 h 6858001"/>
              <a:gd name="connsiteX11" fmla="*/ 9607001 w 9700459"/>
              <a:gd name="connsiteY11" fmla="*/ 622707 h 6858001"/>
              <a:gd name="connsiteX12" fmla="*/ 9586830 w 9700459"/>
              <a:gd name="connsiteY12" fmla="*/ 778383 h 6858001"/>
              <a:gd name="connsiteX13" fmla="*/ 9568004 w 9700459"/>
              <a:gd name="connsiteY13" fmla="*/ 934746 h 6858001"/>
              <a:gd name="connsiteX14" fmla="*/ 9551868 w 9700459"/>
              <a:gd name="connsiteY14" fmla="*/ 1089051 h 6858001"/>
              <a:gd name="connsiteX15" fmla="*/ 9536572 w 9700459"/>
              <a:gd name="connsiteY15" fmla="*/ 1245413 h 6858001"/>
              <a:gd name="connsiteX16" fmla="*/ 9522620 w 9700459"/>
              <a:gd name="connsiteY16" fmla="*/ 1401090 h 6858001"/>
              <a:gd name="connsiteX17" fmla="*/ 9510518 w 9700459"/>
              <a:gd name="connsiteY17" fmla="*/ 1554023 h 6858001"/>
              <a:gd name="connsiteX18" fmla="*/ 9498415 w 9700459"/>
              <a:gd name="connsiteY18" fmla="*/ 1709014 h 6858001"/>
              <a:gd name="connsiteX19" fmla="*/ 9488330 w 9700459"/>
              <a:gd name="connsiteY19" fmla="*/ 1861947 h 6858001"/>
              <a:gd name="connsiteX20" fmla="*/ 9480430 w 9700459"/>
              <a:gd name="connsiteY20" fmla="*/ 2014881 h 6858001"/>
              <a:gd name="connsiteX21" fmla="*/ 9472193 w 9700459"/>
              <a:gd name="connsiteY21" fmla="*/ 2167128 h 6858001"/>
              <a:gd name="connsiteX22" fmla="*/ 9465302 w 9700459"/>
              <a:gd name="connsiteY22" fmla="*/ 2318004 h 6858001"/>
              <a:gd name="connsiteX23" fmla="*/ 9460427 w 9700459"/>
              <a:gd name="connsiteY23" fmla="*/ 2467509 h 6858001"/>
              <a:gd name="connsiteX24" fmla="*/ 9456225 w 9700459"/>
              <a:gd name="connsiteY24" fmla="*/ 2617013 h 6858001"/>
              <a:gd name="connsiteX25" fmla="*/ 9452191 w 9700459"/>
              <a:gd name="connsiteY25" fmla="*/ 2765146 h 6858001"/>
              <a:gd name="connsiteX26" fmla="*/ 9450342 w 9700459"/>
              <a:gd name="connsiteY26" fmla="*/ 2911221 h 6858001"/>
              <a:gd name="connsiteX27" fmla="*/ 9448325 w 9700459"/>
              <a:gd name="connsiteY27" fmla="*/ 3057297 h 6858001"/>
              <a:gd name="connsiteX28" fmla="*/ 9447316 w 9700459"/>
              <a:gd name="connsiteY28" fmla="*/ 3201315 h 6858001"/>
              <a:gd name="connsiteX29" fmla="*/ 9448325 w 9700459"/>
              <a:gd name="connsiteY29" fmla="*/ 3343961 h 6858001"/>
              <a:gd name="connsiteX30" fmla="*/ 9448325 w 9700459"/>
              <a:gd name="connsiteY30" fmla="*/ 3485236 h 6858001"/>
              <a:gd name="connsiteX31" fmla="*/ 9450342 w 9700459"/>
              <a:gd name="connsiteY31" fmla="*/ 3625139 h 6858001"/>
              <a:gd name="connsiteX32" fmla="*/ 9453367 w 9700459"/>
              <a:gd name="connsiteY32" fmla="*/ 3762299 h 6858001"/>
              <a:gd name="connsiteX33" fmla="*/ 9456225 w 9700459"/>
              <a:gd name="connsiteY33" fmla="*/ 3898087 h 6858001"/>
              <a:gd name="connsiteX34" fmla="*/ 9459419 w 9700459"/>
              <a:gd name="connsiteY34" fmla="*/ 4031133 h 6858001"/>
              <a:gd name="connsiteX35" fmla="*/ 9464293 w 9700459"/>
              <a:gd name="connsiteY35" fmla="*/ 4163492 h 6858001"/>
              <a:gd name="connsiteX36" fmla="*/ 9469504 w 9700459"/>
              <a:gd name="connsiteY36" fmla="*/ 4293793 h 6858001"/>
              <a:gd name="connsiteX37" fmla="*/ 9474210 w 9700459"/>
              <a:gd name="connsiteY37" fmla="*/ 4421352 h 6858001"/>
              <a:gd name="connsiteX38" fmla="*/ 9487490 w 9700459"/>
              <a:gd name="connsiteY38" fmla="*/ 4670298 h 6858001"/>
              <a:gd name="connsiteX39" fmla="*/ 9501609 w 9700459"/>
              <a:gd name="connsiteY39" fmla="*/ 4908956 h 6858001"/>
              <a:gd name="connsiteX40" fmla="*/ 9516401 w 9700459"/>
              <a:gd name="connsiteY40" fmla="*/ 5138013 h 6858001"/>
              <a:gd name="connsiteX41" fmla="*/ 9532706 w 9700459"/>
              <a:gd name="connsiteY41" fmla="*/ 5354726 h 6858001"/>
              <a:gd name="connsiteX42" fmla="*/ 9549683 w 9700459"/>
              <a:gd name="connsiteY42" fmla="*/ 5561838 h 6858001"/>
              <a:gd name="connsiteX43" fmla="*/ 9568004 w 9700459"/>
              <a:gd name="connsiteY43" fmla="*/ 5753862 h 6858001"/>
              <a:gd name="connsiteX44" fmla="*/ 9585990 w 9700459"/>
              <a:gd name="connsiteY44" fmla="*/ 5934227 h 6858001"/>
              <a:gd name="connsiteX45" fmla="*/ 9603975 w 9700459"/>
              <a:gd name="connsiteY45" fmla="*/ 6100191 h 6858001"/>
              <a:gd name="connsiteX46" fmla="*/ 9620952 w 9700459"/>
              <a:gd name="connsiteY46" fmla="*/ 6252438 h 6858001"/>
              <a:gd name="connsiteX47" fmla="*/ 9637089 w 9700459"/>
              <a:gd name="connsiteY47" fmla="*/ 6387541 h 6858001"/>
              <a:gd name="connsiteX48" fmla="*/ 9652385 w 9700459"/>
              <a:gd name="connsiteY48" fmla="*/ 6509613 h 6858001"/>
              <a:gd name="connsiteX49" fmla="*/ 9665160 w 9700459"/>
              <a:gd name="connsiteY49" fmla="*/ 6612483 h 6858001"/>
              <a:gd name="connsiteX50" fmla="*/ 9677262 w 9700459"/>
              <a:gd name="connsiteY50" fmla="*/ 6698894 h 6858001"/>
              <a:gd name="connsiteX51" fmla="*/ 9694576 w 9700459"/>
              <a:gd name="connsiteY51" fmla="*/ 6817538 h 6858001"/>
              <a:gd name="connsiteX52" fmla="*/ 9700459 w 9700459"/>
              <a:gd name="connsiteY52" fmla="*/ 6858000 h 6858001"/>
              <a:gd name="connsiteX53" fmla="*/ 8795105 w 9700459"/>
              <a:gd name="connsiteY53" fmla="*/ 6858000 h 6858001"/>
              <a:gd name="connsiteX54" fmla="*/ 8795105 w 9700459"/>
              <a:gd name="connsiteY54" fmla="*/ 6858001 h 6858001"/>
              <a:gd name="connsiteX55" fmla="*/ 2704541 w 9700459"/>
              <a:gd name="connsiteY55" fmla="*/ 6858001 h 6858001"/>
              <a:gd name="connsiteX56" fmla="*/ 2704541 w 9700459"/>
              <a:gd name="connsiteY56" fmla="*/ 6858000 h 6858001"/>
              <a:gd name="connsiteX57" fmla="*/ 1517015 w 9700459"/>
              <a:gd name="connsiteY57" fmla="*/ 6858000 h 6858001"/>
              <a:gd name="connsiteX58" fmla="*/ 1323975 w 9700459"/>
              <a:gd name="connsiteY58" fmla="*/ 6858000 h 6858001"/>
              <a:gd name="connsiteX59" fmla="*/ 0 w 9700459"/>
              <a:gd name="connsiteY5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9700459" h="6858001">
                <a:moveTo>
                  <a:pt x="0" y="0"/>
                </a:moveTo>
                <a:lnTo>
                  <a:pt x="1323975" y="0"/>
                </a:lnTo>
                <a:lnTo>
                  <a:pt x="1517015" y="0"/>
                </a:lnTo>
                <a:lnTo>
                  <a:pt x="3241265" y="0"/>
                </a:lnTo>
                <a:lnTo>
                  <a:pt x="3241265" y="1"/>
                </a:lnTo>
                <a:lnTo>
                  <a:pt x="8355744" y="1"/>
                </a:lnTo>
                <a:lnTo>
                  <a:pt x="8355744" y="0"/>
                </a:lnTo>
                <a:lnTo>
                  <a:pt x="9699282" y="0"/>
                </a:lnTo>
                <a:lnTo>
                  <a:pt x="9674237" y="155677"/>
                </a:lnTo>
                <a:lnTo>
                  <a:pt x="9650368" y="310668"/>
                </a:lnTo>
                <a:lnTo>
                  <a:pt x="9627004" y="466344"/>
                </a:lnTo>
                <a:lnTo>
                  <a:pt x="9607001" y="622707"/>
                </a:lnTo>
                <a:lnTo>
                  <a:pt x="9586830" y="778383"/>
                </a:lnTo>
                <a:lnTo>
                  <a:pt x="9568004" y="934746"/>
                </a:lnTo>
                <a:lnTo>
                  <a:pt x="9551868" y="1089051"/>
                </a:lnTo>
                <a:lnTo>
                  <a:pt x="9536572" y="1245413"/>
                </a:lnTo>
                <a:lnTo>
                  <a:pt x="9522620" y="1401090"/>
                </a:lnTo>
                <a:lnTo>
                  <a:pt x="9510518" y="1554023"/>
                </a:lnTo>
                <a:lnTo>
                  <a:pt x="9498415" y="1709014"/>
                </a:lnTo>
                <a:lnTo>
                  <a:pt x="9488330" y="1861947"/>
                </a:lnTo>
                <a:lnTo>
                  <a:pt x="9480430" y="2014881"/>
                </a:lnTo>
                <a:lnTo>
                  <a:pt x="9472193" y="2167128"/>
                </a:lnTo>
                <a:lnTo>
                  <a:pt x="9465302" y="2318004"/>
                </a:lnTo>
                <a:lnTo>
                  <a:pt x="9460427" y="2467509"/>
                </a:lnTo>
                <a:lnTo>
                  <a:pt x="9456225" y="2617013"/>
                </a:lnTo>
                <a:lnTo>
                  <a:pt x="9452191" y="2765146"/>
                </a:lnTo>
                <a:lnTo>
                  <a:pt x="9450342" y="2911221"/>
                </a:lnTo>
                <a:lnTo>
                  <a:pt x="9448325" y="3057297"/>
                </a:lnTo>
                <a:lnTo>
                  <a:pt x="9447316" y="3201315"/>
                </a:lnTo>
                <a:lnTo>
                  <a:pt x="9448325" y="3343961"/>
                </a:lnTo>
                <a:lnTo>
                  <a:pt x="9448325" y="3485236"/>
                </a:lnTo>
                <a:lnTo>
                  <a:pt x="9450342" y="3625139"/>
                </a:lnTo>
                <a:lnTo>
                  <a:pt x="9453367" y="3762299"/>
                </a:lnTo>
                <a:lnTo>
                  <a:pt x="9456225" y="3898087"/>
                </a:lnTo>
                <a:lnTo>
                  <a:pt x="9459419" y="4031133"/>
                </a:lnTo>
                <a:lnTo>
                  <a:pt x="9464293" y="4163492"/>
                </a:lnTo>
                <a:lnTo>
                  <a:pt x="9469504" y="4293793"/>
                </a:lnTo>
                <a:lnTo>
                  <a:pt x="9474210" y="4421352"/>
                </a:lnTo>
                <a:lnTo>
                  <a:pt x="9487490" y="4670298"/>
                </a:lnTo>
                <a:lnTo>
                  <a:pt x="9501609" y="4908956"/>
                </a:lnTo>
                <a:lnTo>
                  <a:pt x="9516401" y="5138013"/>
                </a:lnTo>
                <a:lnTo>
                  <a:pt x="9532706" y="5354726"/>
                </a:lnTo>
                <a:lnTo>
                  <a:pt x="9549683" y="5561838"/>
                </a:lnTo>
                <a:lnTo>
                  <a:pt x="9568004" y="5753862"/>
                </a:lnTo>
                <a:lnTo>
                  <a:pt x="9585990" y="5934227"/>
                </a:lnTo>
                <a:lnTo>
                  <a:pt x="9603975" y="6100191"/>
                </a:lnTo>
                <a:lnTo>
                  <a:pt x="9620952" y="6252438"/>
                </a:lnTo>
                <a:lnTo>
                  <a:pt x="9637089" y="6387541"/>
                </a:lnTo>
                <a:lnTo>
                  <a:pt x="9652385" y="6509613"/>
                </a:lnTo>
                <a:lnTo>
                  <a:pt x="9665160" y="6612483"/>
                </a:lnTo>
                <a:lnTo>
                  <a:pt x="9677262" y="6698894"/>
                </a:lnTo>
                <a:lnTo>
                  <a:pt x="9694576" y="6817538"/>
                </a:lnTo>
                <a:lnTo>
                  <a:pt x="9700459" y="6858000"/>
                </a:lnTo>
                <a:lnTo>
                  <a:pt x="8795105" y="6858000"/>
                </a:lnTo>
                <a:lnTo>
                  <a:pt x="8795105" y="6858001"/>
                </a:lnTo>
                <a:lnTo>
                  <a:pt x="2704541" y="6858001"/>
                </a:lnTo>
                <a:lnTo>
                  <a:pt x="2704541" y="6858000"/>
                </a:lnTo>
                <a:lnTo>
                  <a:pt x="1517015" y="6858000"/>
                </a:lnTo>
                <a:lnTo>
                  <a:pt x="1323975" y="6858000"/>
                </a:lnTo>
                <a:lnTo>
                  <a:pt x="0" y="6858000"/>
                </a:lnTo>
                <a:close/>
              </a:path>
            </a:pathLst>
          </a:custGeom>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9457" name="Título 3">
            <a:extLst>
              <a:ext uri="{FF2B5EF4-FFF2-40B4-BE49-F238E27FC236}">
                <a16:creationId xmlns:a16="http://schemas.microsoft.com/office/drawing/2014/main" id="{5BC455F5-7C8E-04E7-B793-D5FCE27FC2A4}"/>
              </a:ext>
            </a:extLst>
          </p:cNvPr>
          <p:cNvSpPr>
            <a:spLocks noGrp="1"/>
          </p:cNvSpPr>
          <p:nvPr>
            <p:ph type="title"/>
          </p:nvPr>
        </p:nvSpPr>
        <p:spPr>
          <a:xfrm>
            <a:off x="1154955" y="1447800"/>
            <a:ext cx="6974915" cy="3329581"/>
          </a:xfrm>
        </p:spPr>
        <p:txBody>
          <a:bodyPr vert="horz" lIns="91440" tIns="45720" rIns="91440" bIns="45720" rtlCol="0" anchor="b">
            <a:normAutofit/>
          </a:bodyPr>
          <a:lstStyle/>
          <a:p>
            <a:pPr>
              <a:lnSpc>
                <a:spcPct val="90000"/>
              </a:lnSpc>
            </a:pPr>
            <a:r>
              <a:rPr lang="en-US" altLang="es-ES" sz="7200" b="0" i="0" kern="1200" dirty="0">
                <a:solidFill>
                  <a:schemeClr val="tx2"/>
                </a:solidFill>
                <a:latin typeface="+mj-lt"/>
                <a:ea typeface="+mj-ea"/>
                <a:cs typeface="+mj-cs"/>
              </a:rPr>
              <a:t>1. Las formas políticas pre-estatales</a:t>
            </a:r>
          </a:p>
        </p:txBody>
      </p:sp>
      <p:sp>
        <p:nvSpPr>
          <p:cNvPr id="19480" name="Rectangle 19479">
            <a:extLst>
              <a:ext uri="{FF2B5EF4-FFF2-40B4-BE49-F238E27FC236}">
                <a16:creationId xmlns:a16="http://schemas.microsoft.com/office/drawing/2014/main" id="{B61A74B3-E247-44D4-8C48-FAE8E20564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ES_tradnl"/>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7000"/>
                <a:hueMod val="88000"/>
                <a:satMod val="130000"/>
                <a:lumMod val="124000"/>
              </a:schemeClr>
            </a:gs>
            <a:gs pos="100000">
              <a:schemeClr val="bg1">
                <a:tint val="96000"/>
                <a:shade val="88000"/>
                <a:hueMod val="108000"/>
                <a:satMod val="164000"/>
                <a:lumMod val="76000"/>
              </a:schemeClr>
            </a:gs>
          </a:gsLst>
          <a:path path="circle">
            <a:fillToRect l="45000" t="65000" r="125000" b="100000"/>
          </a:path>
        </a:gradFill>
        <a:effectLst/>
      </p:bgPr>
    </p:bg>
    <p:spTree>
      <p:nvGrpSpPr>
        <p:cNvPr id="1" name=""/>
        <p:cNvGrpSpPr/>
        <p:nvPr/>
      </p:nvGrpSpPr>
      <p:grpSpPr>
        <a:xfrm>
          <a:off x="0" y="0"/>
          <a:ext cx="0" cy="0"/>
          <a:chOff x="0" y="0"/>
          <a:chExt cx="0" cy="0"/>
        </a:xfrm>
      </p:grpSpPr>
      <p:pic>
        <p:nvPicPr>
          <p:cNvPr id="20486" name="Picture 20485">
            <a:extLst>
              <a:ext uri="{FF2B5EF4-FFF2-40B4-BE49-F238E27FC236}">
                <a16:creationId xmlns:a16="http://schemas.microsoft.com/office/drawing/2014/main" id="{91B28F63-CF00-448F-B141-FE33C33B18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20488" name="Picture 20487">
            <a:extLst>
              <a:ext uri="{FF2B5EF4-FFF2-40B4-BE49-F238E27FC236}">
                <a16:creationId xmlns:a16="http://schemas.microsoft.com/office/drawing/2014/main" id="{2AE609E2-8522-44E4-9077-980E5BCF3E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20490" name="Oval 20489">
            <a:extLst>
              <a:ext uri="{FF2B5EF4-FFF2-40B4-BE49-F238E27FC236}">
                <a16:creationId xmlns:a16="http://schemas.microsoft.com/office/drawing/2014/main" id="{4FA533C5-33E3-4611-AF9F-72811D8B2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_tradnl"/>
          </a:p>
        </p:txBody>
      </p:sp>
      <p:pic>
        <p:nvPicPr>
          <p:cNvPr id="20492" name="Picture 20491">
            <a:extLst>
              <a:ext uri="{FF2B5EF4-FFF2-40B4-BE49-F238E27FC236}">
                <a16:creationId xmlns:a16="http://schemas.microsoft.com/office/drawing/2014/main" id="{8949AD42-25FD-4C3D-9EEE-B7FEC58099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20494" name="Picture 20493">
            <a:extLst>
              <a:ext uri="{FF2B5EF4-FFF2-40B4-BE49-F238E27FC236}">
                <a16:creationId xmlns:a16="http://schemas.microsoft.com/office/drawing/2014/main" id="{6AC7D913-60B7-4603-881B-831DA5D3A9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0496" name="Rectangle 20495">
            <a:extLst>
              <a:ext uri="{FF2B5EF4-FFF2-40B4-BE49-F238E27FC236}">
                <a16:creationId xmlns:a16="http://schemas.microsoft.com/office/drawing/2014/main" id="{87F0FDC4-AD8C-47D9-9131-623C98ADB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ES_tradnl"/>
          </a:p>
        </p:txBody>
      </p:sp>
      <p:sp useBgFill="1">
        <p:nvSpPr>
          <p:cNvPr id="20498" name="Rectangle 20497">
            <a:extLst>
              <a:ext uri="{FF2B5EF4-FFF2-40B4-BE49-F238E27FC236}">
                <a16:creationId xmlns:a16="http://schemas.microsoft.com/office/drawing/2014/main" id="{8A0B882D-4FEF-4E28-9811-11D57386D4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0481" name="Título 1">
            <a:extLst>
              <a:ext uri="{FF2B5EF4-FFF2-40B4-BE49-F238E27FC236}">
                <a16:creationId xmlns:a16="http://schemas.microsoft.com/office/drawing/2014/main" id="{38D02E09-B15E-4D22-EDAE-1C529C71DC61}"/>
              </a:ext>
            </a:extLst>
          </p:cNvPr>
          <p:cNvSpPr>
            <a:spLocks noGrp="1"/>
          </p:cNvSpPr>
          <p:nvPr>
            <p:ph type="title"/>
          </p:nvPr>
        </p:nvSpPr>
        <p:spPr>
          <a:xfrm>
            <a:off x="1154955" y="1447800"/>
            <a:ext cx="8825658" cy="3329581"/>
          </a:xfrm>
        </p:spPr>
        <p:txBody>
          <a:bodyPr vert="horz" lIns="91440" tIns="45720" rIns="91440" bIns="45720" rtlCol="0" anchor="b">
            <a:normAutofit/>
          </a:bodyPr>
          <a:lstStyle/>
          <a:p>
            <a:pPr algn="just">
              <a:lnSpc>
                <a:spcPct val="90000"/>
              </a:lnSpc>
            </a:pPr>
            <a:r>
              <a:rPr lang="en-US" altLang="es-ES" sz="1800" b="0" i="0" kern="1200" dirty="0">
                <a:solidFill>
                  <a:schemeClr val="tx2"/>
                </a:solidFill>
                <a:latin typeface="+mj-lt"/>
                <a:ea typeface="+mj-ea"/>
                <a:cs typeface="+mj-cs"/>
              </a:rPr>
              <a:t>Para caer en la cuenta de la relación entre la historia de la humanidad y la duración de las diversas formas de organización política es ilustrativa una comparación como la siguiente: si los 150.000 años de su existencia sobre el planeta fueran equivalentes a un año, nuestro homo sapiens lo habría pasado casi por entero -más de once meses- en la etapa de las bandas nómadas. Desde la aparición de la agricultura –”la revolución neolítica”- hasta hoy, no habría transcurrido ni siquiera un mes. Y los asentamientos de cierta importancia –las primeras ciudades- se habrían fundado hace apenas 12 días. En esta secuencia, el Estado –tal como lo conocemos- sería una forma política que no tendría mucho más de 24 horas. Una buena lección para relativizar la importancia de nuestra experiencia. </a:t>
            </a:r>
          </a:p>
        </p:txBody>
      </p:sp>
      <p:sp>
        <p:nvSpPr>
          <p:cNvPr id="20500" name="Rectangle 20499">
            <a:extLst>
              <a:ext uri="{FF2B5EF4-FFF2-40B4-BE49-F238E27FC236}">
                <a16:creationId xmlns:a16="http://schemas.microsoft.com/office/drawing/2014/main" id="{E8DA6D14-0849-4180-8DEF-F2F6BF1232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ES_tradnl"/>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0481"/>
                                        </p:tgtEl>
                                        <p:attrNameLst>
                                          <p:attrName>style.visibility</p:attrName>
                                        </p:attrNameLst>
                                      </p:cBhvr>
                                      <p:to>
                                        <p:strVal val="visible"/>
                                      </p:to>
                                    </p:set>
                                    <p:animEffect transition="in" filter="fade">
                                      <p:cBhvr>
                                        <p:cTn id="7" dur="700"/>
                                        <p:tgtEl>
                                          <p:spTgt spid="204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1"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4" name="Rectangle 22533">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2536" name="Rectangle 22535">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ES_tradnl"/>
          </a:p>
        </p:txBody>
      </p:sp>
      <p:sp>
        <p:nvSpPr>
          <p:cNvPr id="22538"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22540" name="Freeform: Shape 22539">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s-ES_tradnl"/>
          </a:p>
        </p:txBody>
      </p:sp>
      <p:sp>
        <p:nvSpPr>
          <p:cNvPr id="22529" name="Marcador de contenido 3">
            <a:extLst>
              <a:ext uri="{FF2B5EF4-FFF2-40B4-BE49-F238E27FC236}">
                <a16:creationId xmlns:a16="http://schemas.microsoft.com/office/drawing/2014/main" id="{64F612FD-E9A5-268B-E64B-7A6168935982}"/>
              </a:ext>
            </a:extLst>
          </p:cNvPr>
          <p:cNvSpPr>
            <a:spLocks noGrp="1"/>
          </p:cNvSpPr>
          <p:nvPr>
            <p:ph idx="1"/>
          </p:nvPr>
        </p:nvSpPr>
        <p:spPr>
          <a:xfrm>
            <a:off x="1103312" y="2763520"/>
            <a:ext cx="8946541" cy="3484879"/>
          </a:xfrm>
        </p:spPr>
        <p:txBody>
          <a:bodyPr>
            <a:normAutofit/>
          </a:bodyPr>
          <a:lstStyle/>
          <a:p>
            <a:pPr algn="just">
              <a:lnSpc>
                <a:spcPct val="90000"/>
              </a:lnSpc>
            </a:pPr>
            <a:r>
              <a:rPr lang="es-ES" altLang="es-ES" sz="1700" dirty="0">
                <a:ea typeface="ＭＳ Ｐゴシック" panose="020B0600070205080204" pitchFamily="34" charset="-128"/>
              </a:rPr>
              <a:t>Se atribuye a nuestra especie </a:t>
            </a:r>
            <a:r>
              <a:rPr lang="mr-IN" altLang="es-ES" sz="1700" dirty="0">
                <a:ea typeface="ＭＳ Ｐゴシック" panose="020B0600070205080204" pitchFamily="34" charset="-128"/>
              </a:rPr>
              <a:t>–</a:t>
            </a:r>
            <a:r>
              <a:rPr lang="es-ES" altLang="es-ES" sz="1700" i="1" dirty="0">
                <a:ea typeface="ＭＳ Ｐゴシック" panose="020B0600070205080204" pitchFamily="34" charset="-128"/>
              </a:rPr>
              <a:t>homo sapiens sapiens- </a:t>
            </a:r>
            <a:r>
              <a:rPr lang="es-ES" altLang="es-ES" sz="1700" dirty="0">
                <a:ea typeface="ＭＳ Ｐゴシック" panose="020B0600070205080204" pitchFamily="34" charset="-128"/>
              </a:rPr>
              <a:t>una antigüedad de unos ciento cincuenta mil años. Impresiona admitir que durante miles de años, nuestro antecesor directo subsiste en </a:t>
            </a:r>
            <a:r>
              <a:rPr lang="es-ES" altLang="es-ES" sz="1700" b="1" dirty="0">
                <a:ea typeface="ＭＳ Ｐゴシック" panose="020B0600070205080204" pitchFamily="34" charset="-128"/>
              </a:rPr>
              <a:t>bandas nómadas </a:t>
            </a:r>
            <a:r>
              <a:rPr lang="es-ES" altLang="es-ES" sz="1700" dirty="0">
                <a:ea typeface="ＭＳ Ｐゴシック" panose="020B0600070205080204" pitchFamily="34" charset="-128"/>
              </a:rPr>
              <a:t>integradas por unas cuantas docenas de individuos. Sobrevive gracias al consumo de carroña, a la recolección de frutos silvestres y a la caza. </a:t>
            </a:r>
          </a:p>
          <a:p>
            <a:pPr>
              <a:lnSpc>
                <a:spcPct val="90000"/>
              </a:lnSpc>
            </a:pPr>
            <a:r>
              <a:rPr lang="es-ES" altLang="es-ES" sz="1700" dirty="0">
                <a:ea typeface="ＭＳ Ｐゴシック" panose="020B0600070205080204" pitchFamily="34" charset="-128"/>
              </a:rPr>
              <a:t>Un cambio radical en este modo de vida se produjo hace diez mil años en algunas zonas del planeta cuando se puso en marcha la </a:t>
            </a:r>
            <a:r>
              <a:rPr lang="es-ES" altLang="es-ES" sz="1700" b="1" dirty="0">
                <a:ea typeface="ＭＳ Ｐゴシック" panose="020B0600070205080204" pitchFamily="34" charset="-128"/>
              </a:rPr>
              <a:t>revolución agrícola</a:t>
            </a:r>
            <a:r>
              <a:rPr lang="es-ES" altLang="es-ES" sz="1700" dirty="0">
                <a:ea typeface="ＭＳ Ｐゴシック" panose="020B0600070205080204" pitchFamily="34" charset="-128"/>
              </a:rPr>
              <a:t>: el cultivo de algunas especies vegetales y la domesticación de algunos animales consolidó el asentamiento de pequeñas comunidades que empezaron a dotarse de una embrionaria organización política, diferenciada y permanente.</a:t>
            </a:r>
          </a:p>
          <a:p>
            <a:pPr>
              <a:lnSpc>
                <a:spcPct val="90000"/>
              </a:lnSpc>
            </a:pPr>
            <a:r>
              <a:rPr lang="es-ES" altLang="es-ES" sz="1700" dirty="0">
                <a:ea typeface="ＭＳ Ｐゴシック" panose="020B0600070205080204" pitchFamily="34" charset="-128"/>
              </a:rPr>
              <a:t>A lo largo de diez mil años de experiencia política los humanos se han organizado de maneras diferentes.</a:t>
            </a:r>
          </a:p>
        </p:txBody>
      </p:sp>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9" name="Rectangle 23558">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3561" name="Rectangle 23560">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ES_tradnl"/>
          </a:p>
        </p:txBody>
      </p:sp>
      <p:sp>
        <p:nvSpPr>
          <p:cNvPr id="23563"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23565" name="Freeform: Shape 23564">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s-ES_tradnl"/>
          </a:p>
        </p:txBody>
      </p:sp>
      <p:sp>
        <p:nvSpPr>
          <p:cNvPr id="23553" name="Título 1">
            <a:extLst>
              <a:ext uri="{FF2B5EF4-FFF2-40B4-BE49-F238E27FC236}">
                <a16:creationId xmlns:a16="http://schemas.microsoft.com/office/drawing/2014/main" id="{BA450158-1246-2E38-B22A-BAA78D27F1E4}"/>
              </a:ext>
            </a:extLst>
          </p:cNvPr>
          <p:cNvSpPr>
            <a:spLocks noGrp="1"/>
          </p:cNvSpPr>
          <p:nvPr>
            <p:ph type="title"/>
          </p:nvPr>
        </p:nvSpPr>
        <p:spPr>
          <a:xfrm>
            <a:off x="1103312" y="452718"/>
            <a:ext cx="8947522" cy="1400530"/>
          </a:xfrm>
        </p:spPr>
        <p:txBody>
          <a:bodyPr anchor="ctr">
            <a:normAutofit/>
          </a:bodyPr>
          <a:lstStyle/>
          <a:p>
            <a:r>
              <a:rPr lang="es-ES" altLang="es-ES">
                <a:solidFill>
                  <a:srgbClr val="FFFFFF"/>
                </a:solidFill>
                <a:ea typeface="ＭＳ Ｐゴシック" panose="020B0600070205080204" pitchFamily="34" charset="-128"/>
              </a:rPr>
              <a:t>Cuatro opiniones sobre el cambio</a:t>
            </a:r>
          </a:p>
        </p:txBody>
      </p:sp>
      <p:sp>
        <p:nvSpPr>
          <p:cNvPr id="23554" name="Marcador de contenido 2">
            <a:extLst>
              <a:ext uri="{FF2B5EF4-FFF2-40B4-BE49-F238E27FC236}">
                <a16:creationId xmlns:a16="http://schemas.microsoft.com/office/drawing/2014/main" id="{73319699-5C1F-156B-C7AD-7C5C5EAE17A9}"/>
              </a:ext>
            </a:extLst>
          </p:cNvPr>
          <p:cNvSpPr>
            <a:spLocks noGrp="1"/>
          </p:cNvSpPr>
          <p:nvPr>
            <p:ph idx="1"/>
          </p:nvPr>
        </p:nvSpPr>
        <p:spPr>
          <a:xfrm>
            <a:off x="1103312" y="2763520"/>
            <a:ext cx="8946541" cy="3484879"/>
          </a:xfrm>
        </p:spPr>
        <p:txBody>
          <a:bodyPr>
            <a:normAutofit/>
          </a:bodyPr>
          <a:lstStyle/>
          <a:p>
            <a:pPr marL="384175" indent="-457200">
              <a:lnSpc>
                <a:spcPct val="90000"/>
              </a:lnSpc>
              <a:spcBef>
                <a:spcPct val="0"/>
              </a:spcBef>
              <a:spcAft>
                <a:spcPts val="600"/>
              </a:spcAft>
              <a:buFont typeface="News Gothic MT" panose="020B0503020103020203" pitchFamily="34" charset="0"/>
              <a:buAutoNum type="arabicPeriod"/>
            </a:pPr>
            <a:r>
              <a:rPr lang="es-ES" altLang="es-ES" sz="1400" b="1">
                <a:ea typeface="ＭＳ Ｐゴシック" panose="020B0600070205080204" pitchFamily="34" charset="-128"/>
              </a:rPr>
              <a:t>Perfeccionamiento de la división social del trabajo</a:t>
            </a:r>
            <a:r>
              <a:rPr lang="es-ES" altLang="es-ES" sz="1400">
                <a:ea typeface="ＭＳ Ｐゴシック" panose="020B0600070205080204" pitchFamily="34" charset="-128"/>
              </a:rPr>
              <a:t>. La especialización de tareas afecta también a las funciones de control de los conflictos colectivos. También la función política se especializa, y el sujeto individual se emancipa como actor político (Durkheim)</a:t>
            </a:r>
          </a:p>
          <a:p>
            <a:pPr marL="384175" indent="-457200">
              <a:lnSpc>
                <a:spcPct val="90000"/>
              </a:lnSpc>
              <a:spcBef>
                <a:spcPct val="0"/>
              </a:spcBef>
              <a:spcAft>
                <a:spcPts val="600"/>
              </a:spcAft>
              <a:buFont typeface="News Gothic MT" panose="020B0503020103020203" pitchFamily="34" charset="0"/>
              <a:buAutoNum type="arabicPeriod"/>
            </a:pPr>
            <a:r>
              <a:rPr lang="es-ES" altLang="es-ES" sz="1400">
                <a:ea typeface="ＭＳ Ｐゴシック" panose="020B0600070205080204" pitchFamily="34" charset="-128"/>
              </a:rPr>
              <a:t>La </a:t>
            </a:r>
            <a:r>
              <a:rPr lang="es-ES" altLang="es-ES" sz="1400" b="1">
                <a:ea typeface="ＭＳ Ｐゴシック" panose="020B0600070205080204" pitchFamily="34" charset="-128"/>
              </a:rPr>
              <a:t>modificación de la forma de organización económica </a:t>
            </a:r>
            <a:r>
              <a:rPr lang="es-ES" altLang="es-ES" sz="1400">
                <a:ea typeface="ＭＳ Ｐゴシック" panose="020B0600070205080204" pitchFamily="34" charset="-128"/>
              </a:rPr>
              <a:t>o modo de producción es el motor de la evolución de formas políticas. Nace una nueva forma política de organización cuando se da un desajuste entre las exigencias del modo de producción y el funcionamiento del modo de dominación política (</a:t>
            </a:r>
            <a:r>
              <a:rPr lang="es-ES" altLang="es-ES" sz="1400" b="1">
                <a:ea typeface="ＭＳ Ｐゴシック" panose="020B0600070205080204" pitchFamily="34" charset="-128"/>
              </a:rPr>
              <a:t>Marx</a:t>
            </a:r>
            <a:r>
              <a:rPr lang="es-ES" altLang="es-ES" sz="1400">
                <a:ea typeface="ＭＳ Ｐゴシック" panose="020B0600070205080204" pitchFamily="34" charset="-128"/>
              </a:rPr>
              <a:t>)</a:t>
            </a:r>
          </a:p>
          <a:p>
            <a:pPr marL="384175" indent="-457200">
              <a:lnSpc>
                <a:spcPct val="90000"/>
              </a:lnSpc>
              <a:spcBef>
                <a:spcPct val="0"/>
              </a:spcBef>
              <a:spcAft>
                <a:spcPts val="600"/>
              </a:spcAft>
              <a:buFont typeface="News Gothic MT" panose="020B0503020103020203" pitchFamily="34" charset="0"/>
              <a:buAutoNum type="arabicPeriod"/>
            </a:pPr>
            <a:r>
              <a:rPr lang="es-ES" altLang="es-ES" sz="1400">
                <a:ea typeface="ＭＳ Ｐゴシック" panose="020B0600070205080204" pitchFamily="34" charset="-128"/>
              </a:rPr>
              <a:t>La </a:t>
            </a:r>
            <a:r>
              <a:rPr lang="es-ES" altLang="es-ES" sz="1400" b="1">
                <a:ea typeface="ＭＳ Ｐゴシック" panose="020B0600070205080204" pitchFamily="34" charset="-128"/>
              </a:rPr>
              <a:t>evolución de los propios medios de dominación </a:t>
            </a:r>
            <a:r>
              <a:rPr lang="es-ES" altLang="es-ES" sz="1400">
                <a:ea typeface="ＭＳ Ｐゴシック" panose="020B0600070205080204" pitchFamily="34" charset="-128"/>
              </a:rPr>
              <a:t>(armamento, técnicas de organización militar, administración legal y tributaria, sistemas de conocimiento e información) que cambian los modos de producción y las estructuras políticas (Weber y Parsons)</a:t>
            </a:r>
          </a:p>
          <a:p>
            <a:pPr marL="384175" indent="-457200">
              <a:lnSpc>
                <a:spcPct val="90000"/>
              </a:lnSpc>
              <a:spcBef>
                <a:spcPct val="0"/>
              </a:spcBef>
              <a:spcAft>
                <a:spcPts val="600"/>
              </a:spcAft>
              <a:buFont typeface="News Gothic MT" panose="020B0503020103020203" pitchFamily="34" charset="0"/>
              <a:buAutoNum type="arabicPeriod"/>
            </a:pPr>
            <a:r>
              <a:rPr lang="es-ES" altLang="es-ES" sz="1400">
                <a:ea typeface="ＭＳ Ｐゴシック" panose="020B0600070205080204" pitchFamily="34" charset="-128"/>
              </a:rPr>
              <a:t>El aparato militar tiene como objetivo controlar los recursos naturales (tierras aptas para el cultivo y ganadería, minas, petróleo, agua) y, más adelante (flujos y rutas comerciales: ríos, mares, vías de comunicación). </a:t>
            </a:r>
            <a:r>
              <a:rPr lang="es-ES" altLang="es-ES" sz="1400" b="1">
                <a:ea typeface="ＭＳ Ｐゴシック" panose="020B0600070205080204" pitchFamily="34" charset="-128"/>
              </a:rPr>
              <a:t>Para constituirse y mantenerse dicho aparato militar requiere de una estructura política </a:t>
            </a:r>
            <a:r>
              <a:rPr lang="es-ES" altLang="es-ES" sz="1400">
                <a:ea typeface="ＭＳ Ｐゴシック" panose="020B0600070205080204" pitchFamily="34" charset="-128"/>
              </a:rPr>
              <a:t>(de liderazgo, fiscal, legal) adaptada a las condiciones variables de la competición. (Gumplowicz y Spencer con regusto darwinista)</a:t>
            </a:r>
          </a:p>
        </p:txBody>
      </p:sp>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7" name="Rectangle 25606">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5609" name="Rectangle 25608">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ES_tradnl"/>
          </a:p>
        </p:txBody>
      </p:sp>
      <p:sp>
        <p:nvSpPr>
          <p:cNvPr id="25611"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25613" name="Freeform: Shape 25612">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s-ES_tradnl"/>
          </a:p>
        </p:txBody>
      </p:sp>
      <p:sp>
        <p:nvSpPr>
          <p:cNvPr id="25601" name="Título 1">
            <a:extLst>
              <a:ext uri="{FF2B5EF4-FFF2-40B4-BE49-F238E27FC236}">
                <a16:creationId xmlns:a16="http://schemas.microsoft.com/office/drawing/2014/main" id="{CC7CC4C2-0498-241E-1894-BB4C710578AA}"/>
              </a:ext>
            </a:extLst>
          </p:cNvPr>
          <p:cNvSpPr>
            <a:spLocks noGrp="1"/>
          </p:cNvSpPr>
          <p:nvPr>
            <p:ph type="title"/>
          </p:nvPr>
        </p:nvSpPr>
        <p:spPr>
          <a:xfrm>
            <a:off x="1103312" y="452718"/>
            <a:ext cx="8947522" cy="1400530"/>
          </a:xfrm>
        </p:spPr>
        <p:txBody>
          <a:bodyPr anchor="ctr">
            <a:normAutofit/>
          </a:bodyPr>
          <a:lstStyle/>
          <a:p>
            <a:pPr>
              <a:lnSpc>
                <a:spcPct val="90000"/>
              </a:lnSpc>
            </a:pPr>
            <a:r>
              <a:rPr lang="es-ES" altLang="es-ES" sz="2900" b="1">
                <a:solidFill>
                  <a:srgbClr val="FFFFFF"/>
                </a:solidFill>
                <a:ea typeface="ＭＳ Ｐゴシック" panose="020B0600070205080204" pitchFamily="34" charset="-128"/>
              </a:rPr>
              <a:t>Autonomía de la política como criterio para la clasificación de las estructuras políticas</a:t>
            </a:r>
          </a:p>
        </p:txBody>
      </p:sp>
      <p:sp>
        <p:nvSpPr>
          <p:cNvPr id="25602" name="Marcador de contenido 2">
            <a:extLst>
              <a:ext uri="{FF2B5EF4-FFF2-40B4-BE49-F238E27FC236}">
                <a16:creationId xmlns:a16="http://schemas.microsoft.com/office/drawing/2014/main" id="{27650CD6-EB7A-C79B-22C1-4462324F2018}"/>
              </a:ext>
            </a:extLst>
          </p:cNvPr>
          <p:cNvSpPr>
            <a:spLocks noGrp="1"/>
          </p:cNvSpPr>
          <p:nvPr>
            <p:ph idx="1"/>
          </p:nvPr>
        </p:nvSpPr>
        <p:spPr>
          <a:xfrm>
            <a:off x="1103312" y="2763520"/>
            <a:ext cx="8946541" cy="3484879"/>
          </a:xfrm>
        </p:spPr>
        <p:txBody>
          <a:bodyPr>
            <a:normAutofit/>
          </a:bodyPr>
          <a:lstStyle/>
          <a:p>
            <a:pPr marL="0">
              <a:lnSpc>
                <a:spcPct val="90000"/>
              </a:lnSpc>
              <a:spcBef>
                <a:spcPts val="200"/>
              </a:spcBef>
            </a:pPr>
            <a:endParaRPr lang="es-ES" altLang="es-ES" sz="1700" dirty="0">
              <a:ea typeface="ＭＳ Ｐゴシック" panose="020B0600070205080204" pitchFamily="34" charset="-128"/>
            </a:endParaRPr>
          </a:p>
        </p:txBody>
      </p:sp>
    </p:spTree>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1D9F9-2184-DA58-81C1-A87416E889DC}"/>
            </a:ext>
          </a:extLst>
        </p:cNvPr>
        <p:cNvGrpSpPr/>
        <p:nvPr/>
      </p:nvGrpSpPr>
      <p:grpSpPr>
        <a:xfrm>
          <a:off x="0" y="0"/>
          <a:ext cx="0" cy="0"/>
          <a:chOff x="0" y="0"/>
          <a:chExt cx="0" cy="0"/>
        </a:xfrm>
      </p:grpSpPr>
      <p:sp>
        <p:nvSpPr>
          <p:cNvPr id="25601" name="Título 1">
            <a:extLst>
              <a:ext uri="{FF2B5EF4-FFF2-40B4-BE49-F238E27FC236}">
                <a16:creationId xmlns:a16="http://schemas.microsoft.com/office/drawing/2014/main" id="{2919A982-7BE2-7F54-7A22-67D798C006B2}"/>
              </a:ext>
            </a:extLst>
          </p:cNvPr>
          <p:cNvSpPr>
            <a:spLocks noGrp="1"/>
          </p:cNvSpPr>
          <p:nvPr>
            <p:ph type="title"/>
          </p:nvPr>
        </p:nvSpPr>
        <p:spPr>
          <a:xfrm>
            <a:off x="1103312" y="452718"/>
            <a:ext cx="8947522" cy="1400530"/>
          </a:xfrm>
        </p:spPr>
        <p:txBody>
          <a:bodyPr anchor="ctr">
            <a:normAutofit/>
          </a:bodyPr>
          <a:lstStyle/>
          <a:p>
            <a:pPr>
              <a:lnSpc>
                <a:spcPct val="90000"/>
              </a:lnSpc>
            </a:pPr>
            <a:r>
              <a:rPr lang="es-ES" altLang="es-ES" sz="2900" b="1" dirty="0">
                <a:solidFill>
                  <a:srgbClr val="FFFFFF"/>
                </a:solidFill>
                <a:ea typeface="ＭＳ Ｐゴシック" panose="020B0600070205080204" pitchFamily="34" charset="-128"/>
              </a:rPr>
              <a:t>Concentración de la coacción como criterio para la clasificación de las estructuras políticas</a:t>
            </a:r>
          </a:p>
        </p:txBody>
      </p:sp>
      <p:sp>
        <p:nvSpPr>
          <p:cNvPr id="25602" name="Marcador de contenido 2">
            <a:extLst>
              <a:ext uri="{FF2B5EF4-FFF2-40B4-BE49-F238E27FC236}">
                <a16:creationId xmlns:a16="http://schemas.microsoft.com/office/drawing/2014/main" id="{6D01A3B9-E8B4-0962-3A79-78336E9DE65B}"/>
              </a:ext>
            </a:extLst>
          </p:cNvPr>
          <p:cNvSpPr>
            <a:spLocks noGrp="1"/>
          </p:cNvSpPr>
          <p:nvPr>
            <p:ph idx="1"/>
          </p:nvPr>
        </p:nvSpPr>
        <p:spPr>
          <a:xfrm>
            <a:off x="1103312" y="2763520"/>
            <a:ext cx="8946541" cy="3484879"/>
          </a:xfrm>
        </p:spPr>
        <p:txBody>
          <a:bodyPr>
            <a:normAutofit/>
          </a:bodyPr>
          <a:lstStyle/>
          <a:p>
            <a:pPr marL="0">
              <a:lnSpc>
                <a:spcPct val="90000"/>
              </a:lnSpc>
              <a:spcBef>
                <a:spcPts val="200"/>
              </a:spcBef>
              <a:buNone/>
            </a:pPr>
            <a:r>
              <a:rPr lang="es-ES" altLang="es-ES" sz="1700" b="1" dirty="0">
                <a:ea typeface="ＭＳ Ｐゴシック" panose="020B0600070205080204" pitchFamily="34" charset="-128"/>
              </a:rPr>
              <a:t>Concentración de la coacción como criterio para la clasificación de las estructuras políticas</a:t>
            </a:r>
          </a:p>
          <a:p>
            <a:pPr marL="0">
              <a:lnSpc>
                <a:spcPct val="90000"/>
              </a:lnSpc>
              <a:spcBef>
                <a:spcPts val="200"/>
              </a:spcBef>
            </a:pPr>
            <a:r>
              <a:rPr lang="es-ES" altLang="es-ES" sz="1700" dirty="0">
                <a:ea typeface="ＭＳ Ｐゴシック" panose="020B0600070205080204" pitchFamily="34" charset="-128"/>
              </a:rPr>
              <a:t>La capacidad de coacción determina la eficacia de su intervención al gestionar un conflicto. En un extremo se situarán las estructuras políticas en las que la capacidad de obligar a la fuerza es reclamada y ejercida por una pluralidad de actores, que se arrogan el derecho a usar la violencia cuando lo consideren necesario.</a:t>
            </a:r>
          </a:p>
          <a:p>
            <a:pPr marL="0">
              <a:lnSpc>
                <a:spcPct val="90000"/>
              </a:lnSpc>
              <a:spcBef>
                <a:spcPts val="200"/>
              </a:spcBef>
            </a:pPr>
            <a:r>
              <a:rPr lang="es-ES" altLang="es-ES" sz="1700" dirty="0">
                <a:ea typeface="ＭＳ Ｐゴシック" panose="020B0600070205080204" pitchFamily="34" charset="-128"/>
              </a:rPr>
              <a:t>En el otro extremo se sitúan los sistemas políticos donde un actor único ha conseguido hacerse con él mediante la acumulación de recursos económicos, técnicos o ideológicos©©.</a:t>
            </a:r>
          </a:p>
          <a:p>
            <a:pPr marL="0">
              <a:lnSpc>
                <a:spcPct val="90000"/>
              </a:lnSpc>
              <a:spcBef>
                <a:spcPts val="200"/>
              </a:spcBef>
            </a:pPr>
            <a:endParaRPr lang="es-ES" altLang="es-ES" sz="1700" dirty="0">
              <a:ea typeface="ＭＳ Ｐゴシック" panose="020B0600070205080204" pitchFamily="34" charset="-128"/>
            </a:endParaRPr>
          </a:p>
        </p:txBody>
      </p:sp>
    </p:spTree>
    <p:extLst>
      <p:ext uri="{BB962C8B-B14F-4D97-AF65-F5344CB8AC3E}">
        <p14:creationId xmlns:p14="http://schemas.microsoft.com/office/powerpoint/2010/main" val="32260643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5" name="Rectangle 27654">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7657" name="Rectangle 27656">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ES_tradnl"/>
          </a:p>
        </p:txBody>
      </p:sp>
      <p:sp>
        <p:nvSpPr>
          <p:cNvPr id="27659"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27661" name="Freeform: Shape 27660">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s-ES_tradnl"/>
          </a:p>
        </p:txBody>
      </p:sp>
      <p:sp>
        <p:nvSpPr>
          <p:cNvPr id="27649" name="Título 1">
            <a:extLst>
              <a:ext uri="{FF2B5EF4-FFF2-40B4-BE49-F238E27FC236}">
                <a16:creationId xmlns:a16="http://schemas.microsoft.com/office/drawing/2014/main" id="{25F510B9-9AB0-3482-70B9-5C41D3EA1B43}"/>
              </a:ext>
            </a:extLst>
          </p:cNvPr>
          <p:cNvSpPr>
            <a:spLocks noGrp="1"/>
          </p:cNvSpPr>
          <p:nvPr>
            <p:ph type="title"/>
          </p:nvPr>
        </p:nvSpPr>
        <p:spPr>
          <a:xfrm>
            <a:off x="1103312" y="452718"/>
            <a:ext cx="8947522" cy="1400530"/>
          </a:xfrm>
        </p:spPr>
        <p:txBody>
          <a:bodyPr anchor="ctr">
            <a:normAutofit/>
          </a:bodyPr>
          <a:lstStyle/>
          <a:p>
            <a:r>
              <a:rPr lang="es-ES" altLang="es-ES" b="1">
                <a:solidFill>
                  <a:srgbClr val="FFFFFF"/>
                </a:solidFill>
                <a:ea typeface="ＭＳ Ｐゴシック" panose="020B0600070205080204" pitchFamily="34" charset="-128"/>
              </a:rPr>
              <a:t>Tipos ideales</a:t>
            </a:r>
          </a:p>
        </p:txBody>
      </p:sp>
      <p:sp>
        <p:nvSpPr>
          <p:cNvPr id="27650" name="Marcador de contenido 2">
            <a:extLst>
              <a:ext uri="{FF2B5EF4-FFF2-40B4-BE49-F238E27FC236}">
                <a16:creationId xmlns:a16="http://schemas.microsoft.com/office/drawing/2014/main" id="{57552AE9-3201-BA06-073B-918D0B0D34FC}"/>
              </a:ext>
            </a:extLst>
          </p:cNvPr>
          <p:cNvSpPr>
            <a:spLocks noGrp="1"/>
          </p:cNvSpPr>
          <p:nvPr>
            <p:ph idx="1"/>
          </p:nvPr>
        </p:nvSpPr>
        <p:spPr>
          <a:xfrm>
            <a:off x="1103312" y="2763520"/>
            <a:ext cx="8946541" cy="3484879"/>
          </a:xfrm>
        </p:spPr>
        <p:txBody>
          <a:bodyPr>
            <a:normAutofit/>
          </a:bodyPr>
          <a:lstStyle/>
          <a:p>
            <a:endParaRPr lang="es-ES" altLang="es-ES">
              <a:ea typeface="ＭＳ Ｐゴシック" panose="020B0600070205080204" pitchFamily="34" charset="-128"/>
            </a:endParaRPr>
          </a:p>
          <a:p>
            <a:endParaRPr lang="es-ES" altLang="es-ES">
              <a:ea typeface="ＭＳ Ｐゴシック" panose="020B0600070205080204" pitchFamily="34" charset="-128"/>
            </a:endParaRPr>
          </a:p>
          <a:p>
            <a:r>
              <a:rPr lang="es-ES" altLang="es-ES">
                <a:ea typeface="ＭＳ Ｐゴシック" panose="020B0600070205080204" pitchFamily="34" charset="-128"/>
              </a:rPr>
              <a:t>Sociedades tribales o prepolíticas</a:t>
            </a:r>
          </a:p>
          <a:p>
            <a:r>
              <a:rPr lang="es-ES" altLang="es-ES">
                <a:ea typeface="ＭＳ Ｐゴシック" panose="020B0600070205080204" pitchFamily="34" charset="-128"/>
              </a:rPr>
              <a:t>La polis</a:t>
            </a:r>
          </a:p>
          <a:p>
            <a:r>
              <a:rPr lang="es-ES" altLang="es-ES">
                <a:ea typeface="ＭＳ Ｐゴシック" panose="020B0600070205080204" pitchFamily="34" charset="-128"/>
              </a:rPr>
              <a:t>Los imperios premodernos o preestatales (clientelar y burocrático)</a:t>
            </a:r>
          </a:p>
          <a:p>
            <a:r>
              <a:rPr lang="es-ES" altLang="es-ES">
                <a:ea typeface="ＭＳ Ｐゴシック" panose="020B0600070205080204" pitchFamily="34" charset="-128"/>
              </a:rPr>
              <a:t>Las poliarquías feudales o feudalismo</a:t>
            </a:r>
          </a:p>
          <a:p>
            <a:r>
              <a:rPr lang="es-ES" altLang="es-ES">
                <a:ea typeface="ＭＳ Ｐゴシック" panose="020B0600070205080204" pitchFamily="34" charset="-128"/>
              </a:rPr>
              <a:t>Las monarquías estamentales</a:t>
            </a:r>
          </a:p>
        </p:txBody>
      </p:sp>
    </p:spTree>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7" name="Marcador de contenido 3" descr="Preestatales.pdf">
            <a:extLst>
              <a:ext uri="{FF2B5EF4-FFF2-40B4-BE49-F238E27FC236}">
                <a16:creationId xmlns:a16="http://schemas.microsoft.com/office/drawing/2014/main" id="{79FF2953-3F33-ACB3-FE00-58C5165CBB0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18292" t="-1952" r="5251" b="-1233"/>
          <a:stretch>
            <a:fillRect/>
          </a:stretch>
        </p:blipFill>
        <p:spPr>
          <a:xfrm rot="5400000">
            <a:off x="2131219" y="3969"/>
            <a:ext cx="7881938" cy="9048750"/>
          </a:xfr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7" name="Rectangle 30726">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30729" name="Rectangle 30728">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ES_tradnl"/>
          </a:p>
        </p:txBody>
      </p:sp>
      <p:sp>
        <p:nvSpPr>
          <p:cNvPr id="30731"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30733" name="Freeform: Shape 30732">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s-ES_tradnl"/>
          </a:p>
        </p:txBody>
      </p:sp>
      <p:sp>
        <p:nvSpPr>
          <p:cNvPr id="30721" name="Título 3">
            <a:extLst>
              <a:ext uri="{FF2B5EF4-FFF2-40B4-BE49-F238E27FC236}">
                <a16:creationId xmlns:a16="http://schemas.microsoft.com/office/drawing/2014/main" id="{42840F71-CE5B-7A0B-A6DA-0B19EBE49DA5}"/>
              </a:ext>
            </a:extLst>
          </p:cNvPr>
          <p:cNvSpPr>
            <a:spLocks noGrp="1"/>
          </p:cNvSpPr>
          <p:nvPr>
            <p:ph type="title"/>
          </p:nvPr>
        </p:nvSpPr>
        <p:spPr>
          <a:xfrm>
            <a:off x="1103312" y="452718"/>
            <a:ext cx="8947522" cy="1400530"/>
          </a:xfrm>
        </p:spPr>
        <p:txBody>
          <a:bodyPr anchor="ctr">
            <a:normAutofit/>
          </a:bodyPr>
          <a:lstStyle/>
          <a:p>
            <a:r>
              <a:rPr lang="es-ES" altLang="es-ES">
                <a:solidFill>
                  <a:srgbClr val="FFFFFF"/>
                </a:solidFill>
                <a:ea typeface="ＭＳ Ｐゴシック" panose="020B0600070205080204" pitchFamily="34" charset="-128"/>
              </a:rPr>
              <a:t>Sociedades tribales o prepolíticas</a:t>
            </a:r>
          </a:p>
        </p:txBody>
      </p:sp>
      <p:sp>
        <p:nvSpPr>
          <p:cNvPr id="30722" name="Marcador de contenido 4">
            <a:extLst>
              <a:ext uri="{FF2B5EF4-FFF2-40B4-BE49-F238E27FC236}">
                <a16:creationId xmlns:a16="http://schemas.microsoft.com/office/drawing/2014/main" id="{310319B1-EF34-4863-0A65-F44B9268B74C}"/>
              </a:ext>
            </a:extLst>
          </p:cNvPr>
          <p:cNvSpPr>
            <a:spLocks noGrp="1"/>
          </p:cNvSpPr>
          <p:nvPr>
            <p:ph idx="1"/>
          </p:nvPr>
        </p:nvSpPr>
        <p:spPr>
          <a:xfrm>
            <a:off x="1103312" y="2763520"/>
            <a:ext cx="8946541" cy="3484879"/>
          </a:xfrm>
        </p:spPr>
        <p:txBody>
          <a:bodyPr>
            <a:normAutofit/>
          </a:bodyPr>
          <a:lstStyle/>
          <a:p>
            <a:pPr algn="just"/>
            <a:r>
              <a:rPr lang="es-ES" altLang="es-ES" b="1" dirty="0">
                <a:ea typeface="ＭＳ Ｐゴシック" panose="020B0600070205080204" pitchFamily="34" charset="-128"/>
              </a:rPr>
              <a:t>Sociedades tribales o </a:t>
            </a:r>
            <a:r>
              <a:rPr lang="es-ES" altLang="es-ES" b="1" dirty="0" err="1">
                <a:ea typeface="ＭＳ Ｐゴシック" panose="020B0600070205080204" pitchFamily="34" charset="-128"/>
              </a:rPr>
              <a:t>prepolíticas</a:t>
            </a:r>
            <a:r>
              <a:rPr lang="es-ES" altLang="es-ES" dirty="0">
                <a:ea typeface="ＭＳ Ｐゴシック" panose="020B0600070205080204" pitchFamily="34" charset="-128"/>
              </a:rPr>
              <a:t>. </a:t>
            </a:r>
          </a:p>
          <a:p>
            <a:endParaRPr lang="es-ES" altLang="es-ES" dirty="0">
              <a:ea typeface="ＭＳ Ｐゴシック" panose="020B0600070205080204" pitchFamily="34" charset="-128"/>
            </a:endParaRPr>
          </a:p>
        </p:txBody>
      </p:sp>
    </p:spTree>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51" name="Rectangle 31750">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31753" name="Rectangle 31752">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ES_tradnl"/>
          </a:p>
        </p:txBody>
      </p:sp>
      <p:sp>
        <p:nvSpPr>
          <p:cNvPr id="31755"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31757" name="Freeform: Shape 31756">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s-ES_tradnl"/>
          </a:p>
        </p:txBody>
      </p:sp>
      <p:sp>
        <p:nvSpPr>
          <p:cNvPr id="31745" name="Título 1">
            <a:extLst>
              <a:ext uri="{FF2B5EF4-FFF2-40B4-BE49-F238E27FC236}">
                <a16:creationId xmlns:a16="http://schemas.microsoft.com/office/drawing/2014/main" id="{D625BBE3-9D14-2CD8-3AC2-67DA28CA0F84}"/>
              </a:ext>
            </a:extLst>
          </p:cNvPr>
          <p:cNvSpPr>
            <a:spLocks noGrp="1"/>
          </p:cNvSpPr>
          <p:nvPr>
            <p:ph type="title"/>
          </p:nvPr>
        </p:nvSpPr>
        <p:spPr>
          <a:xfrm>
            <a:off x="1103312" y="452718"/>
            <a:ext cx="8947522" cy="1400530"/>
          </a:xfrm>
        </p:spPr>
        <p:txBody>
          <a:bodyPr anchor="ctr">
            <a:normAutofit/>
          </a:bodyPr>
          <a:lstStyle/>
          <a:p>
            <a:pPr>
              <a:lnSpc>
                <a:spcPct val="90000"/>
              </a:lnSpc>
            </a:pPr>
            <a:br>
              <a:rPr lang="es-ES" altLang="es-ES" sz="2900">
                <a:solidFill>
                  <a:srgbClr val="FFFFFF"/>
                </a:solidFill>
                <a:ea typeface="ＭＳ Ｐゴシック" panose="020B0600070205080204" pitchFamily="34" charset="-128"/>
              </a:rPr>
            </a:br>
            <a:r>
              <a:rPr lang="es-ES" altLang="es-ES" sz="2900">
                <a:solidFill>
                  <a:srgbClr val="FFFFFF"/>
                </a:solidFill>
                <a:ea typeface="ＭＳ Ｐゴシック" panose="020B0600070205080204" pitchFamily="34" charset="-128"/>
              </a:rPr>
              <a:t>El feudalismo/Las poliarquías feudales</a:t>
            </a:r>
            <a:br>
              <a:rPr lang="es-ES" altLang="es-ES" sz="2900">
                <a:solidFill>
                  <a:srgbClr val="FFFFFF"/>
                </a:solidFill>
                <a:ea typeface="ＭＳ Ｐゴシック" panose="020B0600070205080204" pitchFamily="34" charset="-128"/>
              </a:rPr>
            </a:br>
            <a:endParaRPr lang="es-ES" altLang="es-ES" sz="2900">
              <a:solidFill>
                <a:srgbClr val="FFFFFF"/>
              </a:solidFill>
              <a:ea typeface="ＭＳ Ｐゴシック" panose="020B0600070205080204" pitchFamily="34" charset="-128"/>
            </a:endParaRPr>
          </a:p>
        </p:txBody>
      </p:sp>
      <p:sp>
        <p:nvSpPr>
          <p:cNvPr id="31746" name="Marcador de contenido 2">
            <a:extLst>
              <a:ext uri="{FF2B5EF4-FFF2-40B4-BE49-F238E27FC236}">
                <a16:creationId xmlns:a16="http://schemas.microsoft.com/office/drawing/2014/main" id="{2675284B-12E0-DECE-D1EF-44050E2436ED}"/>
              </a:ext>
            </a:extLst>
          </p:cNvPr>
          <p:cNvSpPr>
            <a:spLocks noGrp="1"/>
          </p:cNvSpPr>
          <p:nvPr>
            <p:ph idx="1"/>
          </p:nvPr>
        </p:nvSpPr>
        <p:spPr>
          <a:xfrm>
            <a:off x="1103312" y="2763520"/>
            <a:ext cx="8946541" cy="3484879"/>
          </a:xfrm>
        </p:spPr>
        <p:txBody>
          <a:bodyPr>
            <a:normAutofit lnSpcReduction="10000"/>
          </a:bodyPr>
          <a:lstStyle/>
          <a:p>
            <a:pPr marL="0">
              <a:lnSpc>
                <a:spcPct val="90000"/>
              </a:lnSpc>
              <a:spcBef>
                <a:spcPct val="0"/>
              </a:spcBef>
              <a:spcAft>
                <a:spcPts val="600"/>
              </a:spcAft>
            </a:pPr>
            <a:r>
              <a:rPr lang="es-ES" altLang="es-ES" sz="1300" dirty="0">
                <a:ea typeface="ＭＳ Ｐゴシック" panose="020B0600070205080204" pitchFamily="34" charset="-128"/>
              </a:rPr>
              <a:t>Baja intensidad tanto en la autonomía de la política como en la concentración de la coacción.</a:t>
            </a:r>
          </a:p>
          <a:p>
            <a:pPr marL="0">
              <a:lnSpc>
                <a:spcPct val="90000"/>
              </a:lnSpc>
              <a:spcBef>
                <a:spcPct val="0"/>
              </a:spcBef>
              <a:spcAft>
                <a:spcPts val="600"/>
              </a:spcAft>
            </a:pPr>
            <a:r>
              <a:rPr lang="es-ES" altLang="es-ES" sz="1300" dirty="0">
                <a:ea typeface="ＭＳ Ｐゴシック" panose="020B0600070205080204" pitchFamily="34" charset="-128"/>
              </a:rPr>
              <a:t>Europa central y occidental, Bizancio, Rusia, Japón y el pueblo Ashanti de África.</a:t>
            </a:r>
          </a:p>
          <a:p>
            <a:pPr marL="0">
              <a:lnSpc>
                <a:spcPct val="90000"/>
              </a:lnSpc>
              <a:spcBef>
                <a:spcPct val="0"/>
              </a:spcBef>
              <a:spcAft>
                <a:spcPts val="600"/>
              </a:spcAft>
            </a:pPr>
            <a:r>
              <a:rPr lang="es-ES" altLang="es-ES" sz="1300" dirty="0">
                <a:ea typeface="ＭＳ Ｐゴシック" panose="020B0600070205080204" pitchFamily="34" charset="-128"/>
              </a:rPr>
              <a:t>Se caracterizan estos feudalismos por constituir sistemas con varios centros de poder de carácter fundamentalmente militar, ligados entre sí por pactos de auxilio recíproco.</a:t>
            </a:r>
          </a:p>
          <a:p>
            <a:pPr marL="0">
              <a:lnSpc>
                <a:spcPct val="90000"/>
              </a:lnSpc>
              <a:spcBef>
                <a:spcPct val="0"/>
              </a:spcBef>
              <a:spcAft>
                <a:spcPts val="600"/>
              </a:spcAft>
            </a:pPr>
            <a:r>
              <a:rPr lang="es-ES" altLang="es-ES" sz="1300" dirty="0">
                <a:ea typeface="ＭＳ Ｐゴシック" panose="020B0600070205080204" pitchFamily="34" charset="-128"/>
              </a:rPr>
              <a:t>Si bien se reconoce simbólicamente un vértice, cada centro de poder tiene sus propios instrumentos de coacción: fuerza armada, administración de justicia, imposición de tributos y de todo tipo de cartas y peajes.</a:t>
            </a:r>
          </a:p>
          <a:p>
            <a:pPr marL="0">
              <a:lnSpc>
                <a:spcPct val="90000"/>
              </a:lnSpc>
              <a:spcBef>
                <a:spcPct val="0"/>
              </a:spcBef>
              <a:spcAft>
                <a:spcPts val="600"/>
              </a:spcAft>
            </a:pPr>
            <a:r>
              <a:rPr lang="es-ES" altLang="es-ES" sz="1300" dirty="0">
                <a:ea typeface="ＭＳ Ｐゴシック" panose="020B0600070205080204" pitchFamily="34" charset="-128"/>
              </a:rPr>
              <a:t>La diferenciación del ámbito político es muy escasa porque éste está unido al económico: el dominio de la tierra es el principal recurso y es ejercida por una nobleza hereditaria definida por nacimiento y reforzada por las relaciones de parentesco.</a:t>
            </a:r>
          </a:p>
          <a:p>
            <a:pPr marL="0">
              <a:lnSpc>
                <a:spcPct val="90000"/>
              </a:lnSpc>
              <a:spcBef>
                <a:spcPct val="0"/>
              </a:spcBef>
              <a:spcAft>
                <a:spcPts val="600"/>
              </a:spcAft>
            </a:pPr>
            <a:r>
              <a:rPr lang="es-ES" altLang="es-ES" sz="1300" dirty="0">
                <a:ea typeface="ＭＳ Ｐゴシック" panose="020B0600070205080204" pitchFamily="34" charset="-128"/>
              </a:rPr>
              <a:t>En el caso europeo, la poliarquía coexiste con una referencia simbólica común al cristianismo, que actúa como factor integrador. Causas:</a:t>
            </a:r>
          </a:p>
          <a:p>
            <a:pPr marL="679450" lvl="2" indent="-342900">
              <a:lnSpc>
                <a:spcPct val="90000"/>
              </a:lnSpc>
              <a:spcBef>
                <a:spcPct val="0"/>
              </a:spcBef>
              <a:spcAft>
                <a:spcPts val="600"/>
              </a:spcAft>
              <a:buClr>
                <a:srgbClr val="0000FF"/>
              </a:buClr>
              <a:buFontTx/>
              <a:buAutoNum type="circleNumDbPlain"/>
            </a:pPr>
            <a:r>
              <a:rPr lang="es-ES" altLang="es-ES" sz="1300" dirty="0">
                <a:ea typeface="ＭＳ Ｐゴシック" panose="020B0600070205080204" pitchFamily="34" charset="-128"/>
              </a:rPr>
              <a:t>Vocación universalista del cristianismo (predicada sin discriminación de etnia, género o condición social).</a:t>
            </a:r>
          </a:p>
          <a:p>
            <a:pPr marL="679450" lvl="2" indent="-342900">
              <a:lnSpc>
                <a:spcPct val="90000"/>
              </a:lnSpc>
              <a:spcBef>
                <a:spcPct val="0"/>
              </a:spcBef>
              <a:spcAft>
                <a:spcPts val="600"/>
              </a:spcAft>
              <a:buClr>
                <a:srgbClr val="0000FF"/>
              </a:buClr>
              <a:buFontTx/>
              <a:buAutoNum type="circleNumDbPlain"/>
            </a:pPr>
            <a:r>
              <a:rPr lang="es-ES" altLang="es-ES" sz="1300" dirty="0">
                <a:ea typeface="ＭＳ Ｐゴシック" panose="020B0600070205080204" pitchFamily="34" charset="-128"/>
              </a:rPr>
              <a:t>Única organización centralizada que sobrevive a la caída del Imperio romano. Y que se amplía con la conversión al cristianismo de los bárbaros invasores (años 500-1000 d. de C.)</a:t>
            </a:r>
          </a:p>
          <a:p>
            <a:pPr marL="0">
              <a:lnSpc>
                <a:spcPct val="90000"/>
              </a:lnSpc>
              <a:spcBef>
                <a:spcPct val="0"/>
              </a:spcBef>
              <a:spcAft>
                <a:spcPts val="600"/>
              </a:spcAft>
            </a:pPr>
            <a:endParaRPr lang="es-ES" altLang="es-ES" sz="1300" dirty="0">
              <a:ea typeface="ＭＳ Ｐゴシック" panose="020B0600070205080204" pitchFamily="34" charset="-128"/>
            </a:endParaRPr>
          </a:p>
        </p:txBody>
      </p:sp>
    </p:spTree>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69" name="Marcador de contenido 4" descr="Pueblo ashanti Localizacion.pdf">
            <a:extLst>
              <a:ext uri="{FF2B5EF4-FFF2-40B4-BE49-F238E27FC236}">
                <a16:creationId xmlns:a16="http://schemas.microsoft.com/office/drawing/2014/main" id="{23AEE49A-F586-C25A-148D-DCB32585159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14166" t="-3304" r="22765" b="71071"/>
          <a:stretch>
            <a:fillRect/>
          </a:stretch>
        </p:blipFill>
        <p:spPr>
          <a:xfrm>
            <a:off x="1193801" y="1196975"/>
            <a:ext cx="8626475" cy="4679950"/>
          </a:xfr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3" name="Marcador de contenido 3" descr="MapaPoliticoAfrica.gif">
            <a:extLst>
              <a:ext uri="{FF2B5EF4-FFF2-40B4-BE49-F238E27FC236}">
                <a16:creationId xmlns:a16="http://schemas.microsoft.com/office/drawing/2014/main" id="{BE0BA3F3-40B0-19D0-53B0-E1142F9E5DC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t="23549" b="23549"/>
          <a:stretch>
            <a:fillRect/>
          </a:stretch>
        </p:blip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23" name="Rectangle 34822">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34825" name="Rectangle 34824">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ES_tradnl"/>
          </a:p>
        </p:txBody>
      </p:sp>
      <p:sp>
        <p:nvSpPr>
          <p:cNvPr id="34827"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34829" name="Freeform: Shape 34828">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s-ES_tradnl"/>
          </a:p>
        </p:txBody>
      </p:sp>
      <p:sp>
        <p:nvSpPr>
          <p:cNvPr id="34817" name="Título 1">
            <a:extLst>
              <a:ext uri="{FF2B5EF4-FFF2-40B4-BE49-F238E27FC236}">
                <a16:creationId xmlns:a16="http://schemas.microsoft.com/office/drawing/2014/main" id="{6B999305-1DDF-E651-3F4D-412938F081EF}"/>
              </a:ext>
            </a:extLst>
          </p:cNvPr>
          <p:cNvSpPr>
            <a:spLocks noGrp="1"/>
          </p:cNvSpPr>
          <p:nvPr>
            <p:ph type="title"/>
          </p:nvPr>
        </p:nvSpPr>
        <p:spPr>
          <a:xfrm>
            <a:off x="1103312" y="452718"/>
            <a:ext cx="8947522" cy="1400530"/>
          </a:xfrm>
        </p:spPr>
        <p:txBody>
          <a:bodyPr anchor="ctr">
            <a:normAutofit/>
          </a:bodyPr>
          <a:lstStyle/>
          <a:p>
            <a:r>
              <a:rPr lang="es-ES" altLang="es-ES">
                <a:solidFill>
                  <a:srgbClr val="FFFFFF"/>
                </a:solidFill>
                <a:ea typeface="ＭＳ Ｐゴシック" panose="020B0600070205080204" pitchFamily="34" charset="-128"/>
              </a:rPr>
              <a:t>Los imperios premodernos o preestatales</a:t>
            </a:r>
          </a:p>
        </p:txBody>
      </p:sp>
      <p:sp>
        <p:nvSpPr>
          <p:cNvPr id="34818" name="Marcador de contenido 2">
            <a:extLst>
              <a:ext uri="{FF2B5EF4-FFF2-40B4-BE49-F238E27FC236}">
                <a16:creationId xmlns:a16="http://schemas.microsoft.com/office/drawing/2014/main" id="{2C0C02B2-4CDE-789F-2D14-DDE00261CF79}"/>
              </a:ext>
            </a:extLst>
          </p:cNvPr>
          <p:cNvSpPr>
            <a:spLocks noGrp="1"/>
          </p:cNvSpPr>
          <p:nvPr>
            <p:ph idx="1"/>
          </p:nvPr>
        </p:nvSpPr>
        <p:spPr>
          <a:xfrm>
            <a:off x="1103312" y="2763520"/>
            <a:ext cx="8946541" cy="3484879"/>
          </a:xfrm>
        </p:spPr>
        <p:txBody>
          <a:bodyPr>
            <a:normAutofit/>
          </a:bodyPr>
          <a:lstStyle/>
          <a:p>
            <a:pPr marL="0">
              <a:lnSpc>
                <a:spcPct val="90000"/>
              </a:lnSpc>
              <a:spcBef>
                <a:spcPct val="0"/>
              </a:spcBef>
              <a:spcAft>
                <a:spcPts val="600"/>
              </a:spcAft>
            </a:pPr>
            <a:r>
              <a:rPr lang="es-ES" altLang="es-ES" sz="1500" dirty="0">
                <a:ea typeface="ＭＳ Ｐゴシック" panose="020B0600070205080204" pitchFamily="34" charset="-128"/>
              </a:rPr>
              <a:t>Forma de organización política que se establece en diferentes ámbitos geográficos: Egipto, Babilonia*, China, Persia***, Roma</a:t>
            </a:r>
            <a:r>
              <a:rPr lang="es-ES" altLang="es-ES" sz="1500" dirty="0">
                <a:latin typeface="Zapf Dingbats" pitchFamily="6" charset="2"/>
                <a:ea typeface="ＭＳ Ｐゴシック" panose="020B0600070205080204" pitchFamily="34" charset="-128"/>
                <a:sym typeface="Zapf Dingbats" pitchFamily="6" charset="2"/>
              </a:rPr>
              <a:t>★</a:t>
            </a:r>
            <a:r>
              <a:rPr lang="es-ES" altLang="es-ES" sz="1500" dirty="0">
                <a:ea typeface="ＭＳ Ｐゴシック" panose="020B0600070205080204" pitchFamily="34" charset="-128"/>
              </a:rPr>
              <a:t>, </a:t>
            </a:r>
            <a:r>
              <a:rPr lang="es-ES" altLang="es-ES" sz="1500" dirty="0" err="1">
                <a:ea typeface="ＭＳ Ｐゴシック" panose="020B0600070205080204" pitchFamily="34" charset="-128"/>
              </a:rPr>
              <a:t>Bizanzio</a:t>
            </a:r>
            <a:r>
              <a:rPr lang="es-ES" altLang="es-ES" sz="1500" dirty="0">
                <a:ea typeface="ＭＳ Ｐゴシック" panose="020B0600070205080204" pitchFamily="34" charset="-128"/>
              </a:rPr>
              <a:t>** o Mesoamérica.</a:t>
            </a:r>
          </a:p>
          <a:p>
            <a:pPr marL="0">
              <a:lnSpc>
                <a:spcPct val="90000"/>
              </a:lnSpc>
              <a:spcBef>
                <a:spcPct val="0"/>
              </a:spcBef>
              <a:spcAft>
                <a:spcPts val="600"/>
              </a:spcAft>
            </a:pPr>
            <a:endParaRPr lang="es-ES" altLang="es-ES" sz="1500" dirty="0">
              <a:ea typeface="ＭＳ Ｐゴシック" panose="020B0600070205080204" pitchFamily="34" charset="-128"/>
            </a:endParaRPr>
          </a:p>
        </p:txBody>
      </p:sp>
    </p:spTree>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ítulo 1">
            <a:extLst>
              <a:ext uri="{FF2B5EF4-FFF2-40B4-BE49-F238E27FC236}">
                <a16:creationId xmlns:a16="http://schemas.microsoft.com/office/drawing/2014/main" id="{CEFB0DC2-EA47-A5DF-02EB-4B58ADF7C71F}"/>
              </a:ext>
            </a:extLst>
          </p:cNvPr>
          <p:cNvSpPr>
            <a:spLocks noGrp="1"/>
          </p:cNvSpPr>
          <p:nvPr>
            <p:ph type="title"/>
          </p:nvPr>
        </p:nvSpPr>
        <p:spPr/>
        <p:txBody>
          <a:bodyPr/>
          <a:lstStyle/>
          <a:p>
            <a:endParaRPr lang="es-ES" altLang="es-ES">
              <a:ea typeface="ＭＳ Ｐゴシック" panose="020B0600070205080204" pitchFamily="34" charset="-128"/>
            </a:endParaRPr>
          </a:p>
        </p:txBody>
      </p:sp>
      <p:sp>
        <p:nvSpPr>
          <p:cNvPr id="36866" name="Marcador de contenido 2">
            <a:extLst>
              <a:ext uri="{FF2B5EF4-FFF2-40B4-BE49-F238E27FC236}">
                <a16:creationId xmlns:a16="http://schemas.microsoft.com/office/drawing/2014/main" id="{9CC98E58-ED98-7E33-EEB6-025AFBBE6D28}"/>
              </a:ext>
            </a:extLst>
          </p:cNvPr>
          <p:cNvSpPr>
            <a:spLocks noGrp="1"/>
          </p:cNvSpPr>
          <p:nvPr>
            <p:ph idx="1"/>
          </p:nvPr>
        </p:nvSpPr>
        <p:spPr/>
        <p:txBody>
          <a:bodyPr/>
          <a:lstStyle/>
          <a:p>
            <a:endParaRPr lang="es-ES" altLang="es-ES">
              <a:ea typeface="ＭＳ Ｐゴシック" panose="020B0600070205080204" pitchFamily="34" charset="-128"/>
            </a:endParaRPr>
          </a:p>
        </p:txBody>
      </p:sp>
      <p:pic>
        <p:nvPicPr>
          <p:cNvPr id="36867" name="Imagen 3">
            <a:extLst>
              <a:ext uri="{FF2B5EF4-FFF2-40B4-BE49-F238E27FC236}">
                <a16:creationId xmlns:a16="http://schemas.microsoft.com/office/drawing/2014/main" id="{FD3ADAD0-1C6B-FA91-C87E-39B17248CB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715964"/>
            <a:ext cx="7772400" cy="552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89" name="Marcador de contenido 3" descr="MapaPolticoOrienteMedio.jpg">
            <a:extLst>
              <a:ext uri="{FF2B5EF4-FFF2-40B4-BE49-F238E27FC236}">
                <a16:creationId xmlns:a16="http://schemas.microsoft.com/office/drawing/2014/main" id="{7E2E6329-D275-D22B-28FB-2164B343218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t="27147" b="27147"/>
          <a:stretch>
            <a:fillRect/>
          </a:stretch>
        </p:blipFill>
        <p:spPr>
          <a:xfrm>
            <a:off x="1592264" y="765176"/>
            <a:ext cx="9075737" cy="5667375"/>
          </a:xfr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3" name="Marcador de contenido 3" descr="MapaFisicoAmericadelNorte.jpg">
            <a:extLst>
              <a:ext uri="{FF2B5EF4-FFF2-40B4-BE49-F238E27FC236}">
                <a16:creationId xmlns:a16="http://schemas.microsoft.com/office/drawing/2014/main" id="{79A564E0-A474-BF23-25B9-0B9C801CBA3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t="25169" b="25169"/>
          <a:stretch>
            <a:fillRect/>
          </a:stretch>
        </p:blip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7" name="Marcador de contenido 4" descr="MapaPolticoAmericaCentralyCaribe.gif">
            <a:extLst>
              <a:ext uri="{FF2B5EF4-FFF2-40B4-BE49-F238E27FC236}">
                <a16:creationId xmlns:a16="http://schemas.microsoft.com/office/drawing/2014/main" id="{764E068F-C895-8057-876C-2A3E0ED19A9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t="7867" b="7867"/>
          <a:stretch>
            <a:fillRect/>
          </a:stretch>
        </p:blip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1" name="Marcador de contenido 3" descr="MapaPolticoAmericadelSur.png">
            <a:extLst>
              <a:ext uri="{FF2B5EF4-FFF2-40B4-BE49-F238E27FC236}">
                <a16:creationId xmlns:a16="http://schemas.microsoft.com/office/drawing/2014/main" id="{9FC9F63D-2E97-872A-B0F7-22D73133F52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t="31133" b="31133"/>
          <a:stretch>
            <a:fillRect/>
          </a:stretch>
        </p:blip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991" name="Rectangle 41990">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41993" name="Rectangle 41992">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ES_tradnl"/>
          </a:p>
        </p:txBody>
      </p:sp>
      <p:sp>
        <p:nvSpPr>
          <p:cNvPr id="41995"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41997" name="Freeform: Shape 41996">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s-ES_tradnl"/>
          </a:p>
        </p:txBody>
      </p:sp>
      <p:sp>
        <p:nvSpPr>
          <p:cNvPr id="41985" name="Título 1">
            <a:extLst>
              <a:ext uri="{FF2B5EF4-FFF2-40B4-BE49-F238E27FC236}">
                <a16:creationId xmlns:a16="http://schemas.microsoft.com/office/drawing/2014/main" id="{7B224803-3CA0-6BEC-D33F-268DA7A1698F}"/>
              </a:ext>
            </a:extLst>
          </p:cNvPr>
          <p:cNvSpPr>
            <a:spLocks noGrp="1"/>
          </p:cNvSpPr>
          <p:nvPr>
            <p:ph type="title"/>
          </p:nvPr>
        </p:nvSpPr>
        <p:spPr>
          <a:xfrm>
            <a:off x="1103312" y="452718"/>
            <a:ext cx="8947522" cy="1400530"/>
          </a:xfrm>
        </p:spPr>
        <p:txBody>
          <a:bodyPr anchor="ctr">
            <a:normAutofit/>
          </a:bodyPr>
          <a:lstStyle/>
          <a:p>
            <a:r>
              <a:rPr lang="es-ES" altLang="es-ES">
                <a:solidFill>
                  <a:srgbClr val="FFFFFF"/>
                </a:solidFill>
                <a:ea typeface="ＭＳ Ｐゴシック" panose="020B0600070205080204" pitchFamily="34" charset="-128"/>
              </a:rPr>
              <a:t>La ciudad o la polis</a:t>
            </a:r>
            <a:r>
              <a:rPr lang="es-ES" altLang="es-ES">
                <a:solidFill>
                  <a:srgbClr val="FFFFFF"/>
                </a:solidFill>
                <a:latin typeface="Zapf Dingbats" pitchFamily="6" charset="2"/>
                <a:ea typeface="ＭＳ Ｐゴシック" panose="020B0600070205080204" pitchFamily="34" charset="-128"/>
                <a:sym typeface="Zapf Dingbats" pitchFamily="6" charset="2"/>
              </a:rPr>
              <a:t>★</a:t>
            </a:r>
            <a:endParaRPr lang="es-ES" altLang="es-ES">
              <a:solidFill>
                <a:srgbClr val="FFFFFF"/>
              </a:solidFill>
              <a:ea typeface="ＭＳ Ｐゴシック" panose="020B0600070205080204" pitchFamily="34" charset="-128"/>
            </a:endParaRPr>
          </a:p>
        </p:txBody>
      </p:sp>
      <p:sp>
        <p:nvSpPr>
          <p:cNvPr id="41986" name="Marcador de contenido 2">
            <a:extLst>
              <a:ext uri="{FF2B5EF4-FFF2-40B4-BE49-F238E27FC236}">
                <a16:creationId xmlns:a16="http://schemas.microsoft.com/office/drawing/2014/main" id="{97FCAFC0-ABC8-95D2-E807-32C2464BD231}"/>
              </a:ext>
            </a:extLst>
          </p:cNvPr>
          <p:cNvSpPr>
            <a:spLocks noGrp="1"/>
          </p:cNvSpPr>
          <p:nvPr>
            <p:ph idx="1"/>
          </p:nvPr>
        </p:nvSpPr>
        <p:spPr>
          <a:xfrm>
            <a:off x="1103312" y="2763520"/>
            <a:ext cx="8946541" cy="3484879"/>
          </a:xfrm>
        </p:spPr>
        <p:txBody>
          <a:bodyPr>
            <a:normAutofit/>
          </a:bodyPr>
          <a:lstStyle/>
          <a:p>
            <a:pPr marL="0">
              <a:lnSpc>
                <a:spcPct val="90000"/>
              </a:lnSpc>
              <a:spcBef>
                <a:spcPct val="0"/>
              </a:spcBef>
              <a:spcAft>
                <a:spcPts val="600"/>
              </a:spcAft>
            </a:pPr>
            <a:r>
              <a:rPr lang="es-ES" altLang="es-ES" sz="1300" dirty="0">
                <a:ea typeface="ＭＳ Ｐゴシック" panose="020B0600070205080204" pitchFamily="34" charset="-128"/>
              </a:rPr>
              <a:t>Es la formación política que acompaña a la expansión de la agricultura y a la sedentarización de las poblaciones (8.000-6.000 a. de C.) </a:t>
            </a:r>
          </a:p>
          <a:p>
            <a:pPr marL="0">
              <a:lnSpc>
                <a:spcPct val="90000"/>
              </a:lnSpc>
              <a:spcBef>
                <a:spcPct val="0"/>
              </a:spcBef>
              <a:spcAft>
                <a:spcPts val="600"/>
              </a:spcAft>
            </a:pPr>
            <a:r>
              <a:rPr lang="es-ES" altLang="es-ES" sz="1300" dirty="0">
                <a:ea typeface="ＭＳ Ｐゴシック" panose="020B0600070205080204" pitchFamily="34" charset="-128"/>
              </a:rPr>
              <a:t>Esta revolución urbana se sitúa inicialmente en el Medio Oriente </a:t>
            </a:r>
            <a:r>
              <a:rPr lang="mr-IN" altLang="es-ES" sz="1300" dirty="0">
                <a:ea typeface="ＭＳ Ｐゴシック" panose="020B0600070205080204" pitchFamily="34" charset="-128"/>
              </a:rPr>
              <a:t>–</a:t>
            </a:r>
            <a:r>
              <a:rPr lang="es-ES" altLang="es-ES" sz="1300" dirty="0">
                <a:ea typeface="ＭＳ Ｐゴシック" panose="020B0600070205080204" pitchFamily="34" charset="-128"/>
              </a:rPr>
              <a:t>donde hoy se sitúan Palestina, Siria, Irak, Turquía- y en las cuencas del Nilo, del </a:t>
            </a:r>
            <a:r>
              <a:rPr lang="es-ES" altLang="es-ES" sz="1300" dirty="0" err="1">
                <a:ea typeface="ＭＳ Ｐゴシック" panose="020B0600070205080204" pitchFamily="34" charset="-128"/>
              </a:rPr>
              <a:t>Indus</a:t>
            </a:r>
            <a:r>
              <a:rPr lang="es-ES" altLang="es-ES" sz="1300" dirty="0">
                <a:ea typeface="ＭＳ Ｐゴシック" panose="020B0600070205080204" pitchFamily="34" charset="-128"/>
              </a:rPr>
              <a:t> y del Huang-He-. En torno a 5.000 habitantes hasta llegar a más de 200.000 en la Atenas de la época clásica (siglo V a. de C.)</a:t>
            </a:r>
          </a:p>
          <a:p>
            <a:pPr marL="0">
              <a:lnSpc>
                <a:spcPct val="90000"/>
              </a:lnSpc>
              <a:spcBef>
                <a:spcPct val="0"/>
              </a:spcBef>
              <a:spcAft>
                <a:spcPts val="600"/>
              </a:spcAft>
            </a:pPr>
            <a:r>
              <a:rPr lang="es-ES" altLang="es-ES" sz="1300" dirty="0">
                <a:ea typeface="ＭＳ Ｐゴシック" panose="020B0600070205080204" pitchFamily="34" charset="-128"/>
              </a:rPr>
              <a:t>Se comienzan a producir excedentes económicos que ponen en marcha mecanismos de acumulación y redistribución.</a:t>
            </a:r>
          </a:p>
        </p:txBody>
      </p:sp>
    </p:spTree>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3" name="Marcador de contenido 3" descr="MapaPolticoOrienteMedio.jpg">
            <a:extLst>
              <a:ext uri="{FF2B5EF4-FFF2-40B4-BE49-F238E27FC236}">
                <a16:creationId xmlns:a16="http://schemas.microsoft.com/office/drawing/2014/main" id="{0FC6DF9A-9F8B-A1EF-B775-66A3E6F6F32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t="27147" b="27147"/>
          <a:stretch>
            <a:fillRect/>
          </a:stretch>
        </p:blipFill>
        <p:spPr>
          <a:xfrm>
            <a:off x="1592264" y="765176"/>
            <a:ext cx="9075737" cy="5667375"/>
          </a:xfr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7" name="Marcador de contenido 3" descr="Cuenca Nilo.pdf">
            <a:extLst>
              <a:ext uri="{FF2B5EF4-FFF2-40B4-BE49-F238E27FC236}">
                <a16:creationId xmlns:a16="http://schemas.microsoft.com/office/drawing/2014/main" id="{0F769D7A-480C-F855-484A-5D751C6F7C9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3268" t="29350" r="26778" b="44720"/>
          <a:stretch>
            <a:fillRect/>
          </a:stretch>
        </p:blipFill>
        <p:spPr>
          <a:xfrm>
            <a:off x="3359150" y="1196975"/>
            <a:ext cx="5257800" cy="3671888"/>
          </a:xfr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1" name="Marcador de contenido 3" descr="Cuenca Rio Amarillo.pdf">
            <a:extLst>
              <a:ext uri="{FF2B5EF4-FFF2-40B4-BE49-F238E27FC236}">
                <a16:creationId xmlns:a16="http://schemas.microsoft.com/office/drawing/2014/main" id="{9FB3A792-91B3-E3AD-AF3F-8A39EA10969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t="29349" b="29349"/>
          <a:stretch>
            <a:fillRect/>
          </a:stretch>
        </p:blip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5" name="Marcador de contenido 5" descr="Cuenca Indo II.pdf">
            <a:extLst>
              <a:ext uri="{FF2B5EF4-FFF2-40B4-BE49-F238E27FC236}">
                <a16:creationId xmlns:a16="http://schemas.microsoft.com/office/drawing/2014/main" id="{0C70C8BB-4148-A229-EF1F-83F6C11D740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t="29324" b="29324"/>
          <a:stretch>
            <a:fillRect/>
          </a:stretch>
        </p:blip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5" name="Rectangle 48134">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48137" name="Rectangle 48136">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ES_tradnl"/>
          </a:p>
        </p:txBody>
      </p:sp>
      <p:sp>
        <p:nvSpPr>
          <p:cNvPr id="48139"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48141" name="Freeform: Shape 48140">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s-ES_tradnl"/>
          </a:p>
        </p:txBody>
      </p:sp>
      <p:sp>
        <p:nvSpPr>
          <p:cNvPr id="48129" name="Título 1">
            <a:extLst>
              <a:ext uri="{FF2B5EF4-FFF2-40B4-BE49-F238E27FC236}">
                <a16:creationId xmlns:a16="http://schemas.microsoft.com/office/drawing/2014/main" id="{9236CF1B-3919-0938-3FD6-08EE460CDD28}"/>
              </a:ext>
            </a:extLst>
          </p:cNvPr>
          <p:cNvSpPr>
            <a:spLocks noGrp="1"/>
          </p:cNvSpPr>
          <p:nvPr>
            <p:ph type="title"/>
          </p:nvPr>
        </p:nvSpPr>
        <p:spPr>
          <a:xfrm>
            <a:off x="1103312" y="452718"/>
            <a:ext cx="8947522" cy="1400530"/>
          </a:xfrm>
        </p:spPr>
        <p:txBody>
          <a:bodyPr anchor="ctr">
            <a:normAutofit/>
          </a:bodyPr>
          <a:lstStyle/>
          <a:p>
            <a:r>
              <a:rPr lang="es-ES" altLang="es-ES">
                <a:solidFill>
                  <a:srgbClr val="FFFFFF"/>
                </a:solidFill>
                <a:ea typeface="ＭＳ Ｐゴシック" panose="020B0600070205080204" pitchFamily="34" charset="-128"/>
              </a:rPr>
              <a:t>Las monarquías estamentales</a:t>
            </a:r>
          </a:p>
        </p:txBody>
      </p:sp>
      <p:sp>
        <p:nvSpPr>
          <p:cNvPr id="48130" name="Marcador de contenido 2">
            <a:extLst>
              <a:ext uri="{FF2B5EF4-FFF2-40B4-BE49-F238E27FC236}">
                <a16:creationId xmlns:a16="http://schemas.microsoft.com/office/drawing/2014/main" id="{0CD5C477-6413-EEB0-8033-776316B1E3FE}"/>
              </a:ext>
            </a:extLst>
          </p:cNvPr>
          <p:cNvSpPr>
            <a:spLocks noGrp="1"/>
          </p:cNvSpPr>
          <p:nvPr>
            <p:ph idx="1"/>
          </p:nvPr>
        </p:nvSpPr>
        <p:spPr>
          <a:xfrm>
            <a:off x="1103312" y="2763520"/>
            <a:ext cx="8946541" cy="3484879"/>
          </a:xfrm>
        </p:spPr>
        <p:txBody>
          <a:bodyPr>
            <a:normAutofit/>
          </a:bodyPr>
          <a:lstStyle/>
          <a:p>
            <a:pPr marL="0" indent="0">
              <a:lnSpc>
                <a:spcPct val="90000"/>
              </a:lnSpc>
              <a:spcBef>
                <a:spcPct val="0"/>
              </a:spcBef>
              <a:spcAft>
                <a:spcPts val="600"/>
              </a:spcAft>
            </a:pPr>
            <a:r>
              <a:rPr lang="es-ES" altLang="es-ES" sz="1300" b="1" dirty="0">
                <a:ea typeface="ＭＳ Ｐゴシック" panose="020B0600070205080204" pitchFamily="34" charset="-128"/>
              </a:rPr>
              <a:t>Paso intermedio entre la estructura feudal anterior y el estado absoluto que tomará forma más adelante</a:t>
            </a:r>
            <a:r>
              <a:rPr lang="es-ES" altLang="es-ES" sz="1300" dirty="0">
                <a:ea typeface="ＭＳ Ｐゴシック" panose="020B0600070205080204" pitchFamily="34" charset="-128"/>
              </a:rPr>
              <a:t>.</a:t>
            </a:r>
          </a:p>
          <a:p>
            <a:pPr marL="0" indent="0">
              <a:lnSpc>
                <a:spcPct val="90000"/>
              </a:lnSpc>
              <a:spcBef>
                <a:spcPct val="0"/>
              </a:spcBef>
              <a:spcAft>
                <a:spcPts val="600"/>
              </a:spcAft>
            </a:pPr>
            <a:r>
              <a:rPr lang="es-ES" altLang="es-ES" sz="1300" b="1" dirty="0">
                <a:ea typeface="ＭＳ Ｐゴシック" panose="020B0600070205080204" pitchFamily="34" charset="-128"/>
              </a:rPr>
              <a:t>El poder político está distribuido </a:t>
            </a:r>
            <a:r>
              <a:rPr lang="es-ES" altLang="es-ES" sz="1300" dirty="0">
                <a:ea typeface="ＭＳ Ｐゴシック" panose="020B0600070205080204" pitchFamily="34" charset="-128"/>
              </a:rPr>
              <a:t>entre los estamentos o colectivos que cuentan con reconocimiento jurídico-social (nobleza hereditaria, representantes de los intereses comerciales de las ciudades, algunos propietarios agrarios libres, jerarquías de la Iglesia)</a:t>
            </a:r>
          </a:p>
          <a:p>
            <a:pPr marL="0" indent="0">
              <a:lnSpc>
                <a:spcPct val="90000"/>
              </a:lnSpc>
              <a:spcBef>
                <a:spcPct val="0"/>
              </a:spcBef>
              <a:spcAft>
                <a:spcPts val="600"/>
              </a:spcAft>
            </a:pPr>
            <a:r>
              <a:rPr lang="es-ES" altLang="es-ES" sz="1300" b="1" dirty="0">
                <a:ea typeface="ＭＳ Ｐゴシック" panose="020B0600070205080204" pitchFamily="34" charset="-128"/>
              </a:rPr>
              <a:t>Papel clave de la ciudad</a:t>
            </a:r>
            <a:r>
              <a:rPr lang="es-ES" altLang="es-ES" sz="1300" dirty="0">
                <a:ea typeface="ＭＳ Ｐゴシック" panose="020B0600070205080204" pitchFamily="34" charset="-128"/>
              </a:rPr>
              <a:t>: el feudalismo comportaba una conexión política vertical y jerárquica, mientras que la ciudad dibuja una </a:t>
            </a:r>
            <a:r>
              <a:rPr lang="es-ES" altLang="es-ES" sz="1300" b="1" dirty="0">
                <a:ea typeface="ＭＳ Ｐゴシック" panose="020B0600070205080204" pitchFamily="34" charset="-128"/>
              </a:rPr>
              <a:t>relación de tipo horizontal</a:t>
            </a:r>
            <a:r>
              <a:rPr lang="es-ES" altLang="es-ES" sz="1300" dirty="0">
                <a:ea typeface="ＭＳ Ｐゴシック" panose="020B0600070205080204" pitchFamily="34" charset="-128"/>
              </a:rPr>
              <a:t> entre vecinos que se agrupan (ayuntamiento) en un colectivo (</a:t>
            </a:r>
            <a:r>
              <a:rPr lang="es-ES" altLang="es-ES" sz="1300" dirty="0" err="1">
                <a:ea typeface="ＭＳ Ｐゴシック" panose="020B0600070205080204" pitchFamily="34" charset="-128"/>
              </a:rPr>
              <a:t>comú</a:t>
            </a:r>
            <a:r>
              <a:rPr lang="es-ES" altLang="es-ES" sz="1300" dirty="0">
                <a:ea typeface="ＭＳ Ｐゴシック" panose="020B0600070205080204" pitchFamily="34" charset="-128"/>
              </a:rPr>
              <a:t>, </a:t>
            </a:r>
            <a:r>
              <a:rPr lang="es-ES" altLang="es-ES" sz="1300" dirty="0" err="1">
                <a:ea typeface="ＭＳ Ｐゴシック" panose="020B0600070205080204" pitchFamily="34" charset="-128"/>
              </a:rPr>
              <a:t>commune</a:t>
            </a:r>
            <a:r>
              <a:rPr lang="es-ES" altLang="es-ES" sz="1300" dirty="0">
                <a:ea typeface="ＭＳ Ｐゴシック" panose="020B0600070205080204" pitchFamily="34" charset="-128"/>
              </a:rPr>
              <a:t>, </a:t>
            </a:r>
            <a:r>
              <a:rPr lang="es-ES" altLang="es-ES" sz="1300" dirty="0" err="1">
                <a:ea typeface="ＭＳ Ｐゴシック" panose="020B0600070205080204" pitchFamily="34" charset="-128"/>
              </a:rPr>
              <a:t>gemeinde</a:t>
            </a:r>
            <a:r>
              <a:rPr lang="es-ES" altLang="es-ES" sz="1300" dirty="0">
                <a:ea typeface="ＭＳ Ｐゴシック" panose="020B0600070205080204" pitchFamily="34" charset="-128"/>
              </a:rPr>
              <a:t>). Asimismo, el papel de la burguesía (debido a la importancia económica del comercio, los oficios, los gremios) altera la estructura.</a:t>
            </a:r>
          </a:p>
          <a:p>
            <a:pPr marL="0" indent="0">
              <a:lnSpc>
                <a:spcPct val="90000"/>
              </a:lnSpc>
              <a:spcBef>
                <a:spcPct val="0"/>
              </a:spcBef>
              <a:spcAft>
                <a:spcPts val="600"/>
              </a:spcAft>
              <a:buClr>
                <a:srgbClr val="0000FF"/>
              </a:buClr>
            </a:pPr>
            <a:r>
              <a:rPr lang="es-ES" altLang="es-ES" sz="1300" dirty="0">
                <a:ea typeface="ＭＳ Ｐゴシック" panose="020B0600070205080204" pitchFamily="34" charset="-128"/>
              </a:rPr>
              <a:t>Otro intercambio que se da es recursos económicos entregados por los estamentos a cambio de privilegios o fueros de las ciudades.</a:t>
            </a:r>
          </a:p>
          <a:p>
            <a:pPr marL="0" indent="0">
              <a:lnSpc>
                <a:spcPct val="90000"/>
              </a:lnSpc>
              <a:spcBef>
                <a:spcPct val="0"/>
              </a:spcBef>
              <a:spcAft>
                <a:spcPts val="600"/>
              </a:spcAft>
              <a:buClr>
                <a:srgbClr val="3366FF"/>
              </a:buClr>
            </a:pPr>
            <a:r>
              <a:rPr lang="es-ES" altLang="es-ES" sz="1300" dirty="0">
                <a:ea typeface="ＭＳ Ｐゴシック" panose="020B0600070205080204" pitchFamily="34" charset="-128"/>
              </a:rPr>
              <a:t>Primer intento de concentrar mayor capacidad coactiva en manos del rey en detrimento de los señores feudales.</a:t>
            </a:r>
          </a:p>
          <a:p>
            <a:pPr marL="0" indent="0">
              <a:lnSpc>
                <a:spcPct val="90000"/>
              </a:lnSpc>
              <a:spcBef>
                <a:spcPct val="0"/>
              </a:spcBef>
              <a:spcAft>
                <a:spcPts val="600"/>
              </a:spcAft>
            </a:pPr>
            <a:endParaRPr lang="es-ES" altLang="es-ES" sz="1300" dirty="0">
              <a:ea typeface="ＭＳ Ｐゴシック" panose="020B0600070205080204" pitchFamily="34" charset="-128"/>
            </a:endParaRPr>
          </a:p>
          <a:p>
            <a:pPr marL="0" indent="0">
              <a:lnSpc>
                <a:spcPct val="90000"/>
              </a:lnSpc>
              <a:spcBef>
                <a:spcPct val="0"/>
              </a:spcBef>
              <a:spcAft>
                <a:spcPts val="600"/>
              </a:spcAft>
            </a:pPr>
            <a:endParaRPr lang="es-ES" altLang="es-ES" sz="1300" dirty="0">
              <a:ea typeface="ＭＳ Ｐゴシック" panose="020B0600070205080204" pitchFamily="34" charset="-128"/>
            </a:endParaRPr>
          </a:p>
          <a:p>
            <a:pPr marL="0" indent="0">
              <a:lnSpc>
                <a:spcPct val="90000"/>
              </a:lnSpc>
              <a:spcBef>
                <a:spcPct val="0"/>
              </a:spcBef>
              <a:spcAft>
                <a:spcPts val="600"/>
              </a:spcAft>
            </a:pPr>
            <a:endParaRPr lang="es-ES" altLang="es-ES" sz="1300" dirty="0">
              <a:ea typeface="ＭＳ Ｐゴシック" panose="020B0600070205080204" pitchFamily="34" charset="-128"/>
            </a:endParaRPr>
          </a:p>
        </p:txBody>
      </p:sp>
    </p:spTree>
  </p:cSld>
  <p:clrMapOvr>
    <a:overrideClrMapping bg1="lt1" tx1="dk1" bg2="lt2" tx2="dk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65</TotalTime>
  <Words>1239</Words>
  <Application>Microsoft Macintosh PowerPoint</Application>
  <PresentationFormat>Panorámica</PresentationFormat>
  <Paragraphs>60</Paragraphs>
  <Slides>26</Slides>
  <Notes>8</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26</vt:i4>
      </vt:variant>
    </vt:vector>
  </HeadingPairs>
  <TitlesOfParts>
    <vt:vector size="35" baseType="lpstr">
      <vt:lpstr>ＭＳ Ｐゴシック</vt:lpstr>
      <vt:lpstr>Aptos</vt:lpstr>
      <vt:lpstr>Arial</vt:lpstr>
      <vt:lpstr>Century Gothic</vt:lpstr>
      <vt:lpstr>News Gothic MT</vt:lpstr>
      <vt:lpstr>Tahoma</vt:lpstr>
      <vt:lpstr>Wingdings 3</vt:lpstr>
      <vt:lpstr>Zapf Dingbats</vt:lpstr>
      <vt:lpstr>Ion</vt:lpstr>
      <vt:lpstr>   INSTITUCIONES POLÍTICAS Y ESTRUCTURAS DE DECISIÓN</vt:lpstr>
      <vt:lpstr>SESIÓN TEÓRICA 2: </vt:lpstr>
      <vt:lpstr>1. Las formas políticas pre-estatales</vt:lpstr>
      <vt:lpstr>Para caer en la cuenta de la relación entre la historia de la humanidad y la duración de las diversas formas de organización política es ilustrativa una comparación como la siguiente: si los 150.000 años de su existencia sobre el planeta fueran equivalentes a un año, nuestro homo sapiens lo habría pasado casi por entero -más de once meses- en la etapa de las bandas nómadas. Desde la aparición de la agricultura –”la revolución neolítica”- hasta hoy, no habría transcurrido ni siquiera un mes. Y los asentamientos de cierta importancia –las primeras ciudades- se habrían fundado hace apenas 12 días. En esta secuencia, el Estado –tal como lo conocemos- sería una forma política que no tendría mucho más de 24 horas. Una buena lección para relativizar la importancia de nuestra experiencia. </vt:lpstr>
      <vt:lpstr>Presentación de PowerPoint</vt:lpstr>
      <vt:lpstr>Cuatro opiniones sobre el cambio</vt:lpstr>
      <vt:lpstr>Autonomía de la política como criterio para la clasificación de las estructuras políticas</vt:lpstr>
      <vt:lpstr>Concentración de la coacción como criterio para la clasificación de las estructuras políticas</vt:lpstr>
      <vt:lpstr>Tipos ideales</vt:lpstr>
      <vt:lpstr>Presentación de PowerPoint</vt:lpstr>
      <vt:lpstr>Sociedades tribales o prepolíticas</vt:lpstr>
      <vt:lpstr> El feudalismo/Las poliarquías feudales </vt:lpstr>
      <vt:lpstr>Presentación de PowerPoint</vt:lpstr>
      <vt:lpstr>Presentación de PowerPoint</vt:lpstr>
      <vt:lpstr>Los imperios premodernos o preestatales</vt:lpstr>
      <vt:lpstr>Presentación de PowerPoint</vt:lpstr>
      <vt:lpstr>Presentación de PowerPoint</vt:lpstr>
      <vt:lpstr>Presentación de PowerPoint</vt:lpstr>
      <vt:lpstr>Presentación de PowerPoint</vt:lpstr>
      <vt:lpstr>Presentación de PowerPoint</vt:lpstr>
      <vt:lpstr>La ciudad o la polis★</vt:lpstr>
      <vt:lpstr>Presentación de PowerPoint</vt:lpstr>
      <vt:lpstr>Presentación de PowerPoint</vt:lpstr>
      <vt:lpstr>Presentación de PowerPoint</vt:lpstr>
      <vt:lpstr>Presentación de PowerPoint</vt:lpstr>
      <vt:lpstr>Las monarquías estamentales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AIDA DIAZ-TENDERO BOLLAIN</dc:creator>
  <cp:lastModifiedBy>AIDA DIAZ-TENDERO BOLLAIN</cp:lastModifiedBy>
  <cp:revision>15</cp:revision>
  <dcterms:created xsi:type="dcterms:W3CDTF">2026-08-25T11:13:40Z</dcterms:created>
  <dcterms:modified xsi:type="dcterms:W3CDTF">2026-09-17T08:22:52Z</dcterms:modified>
</cp:coreProperties>
</file>